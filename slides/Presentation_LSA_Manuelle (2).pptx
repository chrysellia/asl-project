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8" r:id="rId1"/>
  </p:sldMasterIdLst>
  <p:notesMasterIdLst>
    <p:notesMasterId r:id="rId17"/>
  </p:notesMasterIdLst>
  <p:sldIdLst>
    <p:sldId id="256" r:id="rId2"/>
    <p:sldId id="263" r:id="rId3"/>
    <p:sldId id="285" r:id="rId4"/>
    <p:sldId id="276" r:id="rId5"/>
    <p:sldId id="260" r:id="rId6"/>
    <p:sldId id="261" r:id="rId7"/>
    <p:sldId id="286" r:id="rId8"/>
    <p:sldId id="271" r:id="rId9"/>
    <p:sldId id="280" r:id="rId10"/>
    <p:sldId id="258" r:id="rId11"/>
    <p:sldId id="292" r:id="rId12"/>
    <p:sldId id="259" r:id="rId13"/>
    <p:sldId id="293" r:id="rId14"/>
    <p:sldId id="266" r:id="rId15"/>
    <p:sldId id="294"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49">
          <p15:clr>
            <a:srgbClr val="9AA0A6"/>
          </p15:clr>
        </p15:guide>
        <p15:guide id="2" orient="horz" pos="340">
          <p15:clr>
            <a:srgbClr val="9AA0A6"/>
          </p15:clr>
        </p15:guide>
        <p15:guide id="3" orient="horz" pos="2900">
          <p15:clr>
            <a:srgbClr val="9AA0A6"/>
          </p15:clr>
        </p15:guide>
        <p15:guide id="4" pos="5311">
          <p15:clr>
            <a:srgbClr val="9AA0A6"/>
          </p15:clr>
        </p15:guide>
        <p15:guide id="5" orient="horz" pos="51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26FCE9-F7CF-4D65-9CA9-1B7B4698C2D4}">
  <a:tblStyle styleId="{E726FCE9-F7CF-4D65-9CA9-1B7B4698C2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033" autoAdjust="0"/>
  </p:normalViewPr>
  <p:slideViewPr>
    <p:cSldViewPr snapToGrid="0">
      <p:cViewPr varScale="1">
        <p:scale>
          <a:sx n="79" d="100"/>
          <a:sy n="79" d="100"/>
        </p:scale>
        <p:origin x="1560" y="278"/>
      </p:cViewPr>
      <p:guideLst>
        <p:guide pos="449"/>
        <p:guide orient="horz" pos="340"/>
        <p:guide orient="horz" pos="2900"/>
        <p:guide pos="5311"/>
        <p:guide orient="horz" pos="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9"/>
        <p:cNvGrpSpPr/>
        <p:nvPr/>
      </p:nvGrpSpPr>
      <p:grpSpPr>
        <a:xfrm>
          <a:off x="0" y="0"/>
          <a:ext cx="0" cy="0"/>
          <a:chOff x="0" y="0"/>
          <a:chExt cx="0" cy="0"/>
        </a:xfrm>
      </p:grpSpPr>
      <p:sp>
        <p:nvSpPr>
          <p:cNvPr id="1680" name="Google Shape;168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1" name="Google Shape;168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Bonjour à toutes et à tous ! Aujourd'hui, je vous emmène dans un voyage fascinant : celui de la </a:t>
            </a:r>
            <a:r>
              <a:rPr lang="fr-FR" b="1" dirty="0"/>
              <a:t>compréhension du langage par les machines</a:t>
            </a:r>
            <a:r>
              <a:rPr lang="fr-FR" dirty="0"/>
              <a:t>. On parle souvent d'Intelligence Artificielle, mais avez-vous déjà imaginé </a:t>
            </a:r>
            <a:r>
              <a:rPr lang="fr-FR" i="1" dirty="0"/>
              <a:t>comment</a:t>
            </a:r>
            <a:r>
              <a:rPr lang="fr-FR" dirty="0"/>
              <a:t> une machine pourrait 'lire' entre les lignes, déceler les thèmes cachés dans un texte ? C'est ce que nous allons découvrir avec l'</a:t>
            </a:r>
            <a:r>
              <a:rPr lang="fr-FR" b="1" dirty="0"/>
              <a:t>Analyse Sémantique Latente, la LSA</a:t>
            </a:r>
            <a:r>
              <a:rPr lang="fr-FR" dirty="0"/>
              <a:t>. Et pour pimenter l'aventure, nous n'allons pas utiliser de 'boîte noire' toute faite. Non. Nous allons la </a:t>
            </a:r>
            <a:r>
              <a:rPr lang="fr-FR" b="1" dirty="0"/>
              <a:t>construire nous-mêmes</a:t>
            </a:r>
            <a:r>
              <a:rPr lang="fr-FR" dirty="0"/>
              <a:t>, étape par étape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ga953684262_0_15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2" name="Google Shape;1872;ga953684262_0_15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Chaque bonne histoire a un objectif clair. Le nôtre ? Atteindre un niveau de compréhension tel que nous puissions </a:t>
            </a:r>
            <a:r>
              <a:rPr lang="fr-FR" b="1" dirty="0"/>
              <a:t>reproduire manuellement</a:t>
            </a:r>
            <a:r>
              <a:rPr lang="fr-FR" dirty="0"/>
              <a:t> des étapes cruciales de la LSA. Ça veut dire calculer le poids des mots, décomposer des matrices sans l'aide d'outils externes... C'est un peu comme construire une fusée sans mode d'emploi, juste avec les principes fondamentaux. Et bien sûr, prouver que notre fusée vole aussi bien que celles des plus grands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8"/>
        <p:cNvGrpSpPr/>
        <p:nvPr/>
      </p:nvGrpSpPr>
      <p:grpSpPr>
        <a:xfrm>
          <a:off x="0" y="0"/>
          <a:ext cx="0" cy="0"/>
          <a:chOff x="0" y="0"/>
          <a:chExt cx="0" cy="0"/>
        </a:xfrm>
      </p:grpSpPr>
      <p:sp>
        <p:nvSpPr>
          <p:cNvPr id="2459" name="Google Shape;2459;gba4b099ee4_0_36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0" name="Google Shape;2460;gba4b099ee4_0_36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6"/>
        <p:cNvGrpSpPr/>
        <p:nvPr/>
      </p:nvGrpSpPr>
      <p:grpSpPr>
        <a:xfrm>
          <a:off x="0" y="0"/>
          <a:ext cx="0" cy="0"/>
          <a:chOff x="0" y="0"/>
          <a:chExt cx="0" cy="0"/>
        </a:xfrm>
      </p:grpSpPr>
      <p:sp>
        <p:nvSpPr>
          <p:cNvPr id="2127" name="Google Shape;2127;gba4b099ee4_0_36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8" name="Google Shape;2128;gba4b099ee4_0_36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notre expérience, nous avions besoin de données. Plutôt que de plonger dans des océans de texte, nous avons choisi quatre petits extraits de Wikipédia. </a:t>
            </a:r>
          </a:p>
          <a:p>
            <a:pPr marL="0" lvl="0" indent="0" algn="l" rtl="0">
              <a:spcBef>
                <a:spcPts val="0"/>
              </a:spcBef>
              <a:spcAft>
                <a:spcPts val="0"/>
              </a:spcAft>
              <a:buNone/>
            </a:pPr>
            <a:r>
              <a:rPr lang="fr-FR" b="1" dirty="0"/>
              <a:t>Pourquoi ? </a:t>
            </a:r>
            <a:r>
              <a:rPr lang="fr-FR" dirty="0"/>
              <a:t>Pour la </a:t>
            </a:r>
            <a:r>
              <a:rPr lang="fr-FR" b="1" dirty="0"/>
              <a:t>diversité</a:t>
            </a:r>
            <a:r>
              <a:rPr lang="fr-FR" dirty="0"/>
              <a:t> ! De l'Intelligence Artificielle aux sommets montagneux, en passant par la mélodie et les flux économiques. C'est notre mini-univers de mots, prêt à révéler ses secrets les plus profonds.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b1c5bc151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8" name="Google Shape;1728;gb1c5bc151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Avant d'analyser, il faut préparer. Imaginez que les mots soient des matières premières brutes. On les '</a:t>
            </a:r>
            <a:r>
              <a:rPr lang="fr-FR" dirty="0" err="1"/>
              <a:t>tokenise</a:t>
            </a:r>
            <a:r>
              <a:rPr lang="fr-FR" dirty="0"/>
              <a:t>' – on les découpe en unités distinctes. On les 'normalise' – tout en minuscules, pas de jaloux ! On élimine le superflu – la ponctuation. </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gbc3b0a9001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6" name="Google Shape;1766;gbc3b0a9001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Au final, on construit notre propre dictionnaire unique de 49 termes. C'est la base, la fondation sur laquelle tout le reste va se bâtir.</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1"/>
        <p:cNvGrpSpPr/>
        <p:nvPr/>
      </p:nvGrpSpPr>
      <p:grpSpPr>
        <a:xfrm>
          <a:off x="0" y="0"/>
          <a:ext cx="0" cy="0"/>
          <a:chOff x="0" y="0"/>
          <a:chExt cx="0" cy="0"/>
        </a:xfrm>
      </p:grpSpPr>
      <p:sp>
        <p:nvSpPr>
          <p:cNvPr id="2472" name="Google Shape;2472;gbcd610b5c7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3" name="Google Shape;2473;gbcd610b5c7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Maintenant que nos mots sont propres, comment leur donner du sens pour une machine ? C'est le rôle de </a:t>
            </a:r>
            <a:r>
              <a:rPr lang="fr-FR" b="1" dirty="0"/>
              <a:t>TF-IDF</a:t>
            </a:r>
            <a:r>
              <a:rPr lang="fr-FR" dirty="0"/>
              <a:t>. C'est une formule intelligente qui va nous dire à quel point un mot est important. Non seulement s'il est souvent répété dans un document (TF), mais surtout s'il est rare et donc </a:t>
            </a:r>
            <a:r>
              <a:rPr lang="fr-FR" b="1" dirty="0"/>
              <a:t>spécifique</a:t>
            </a:r>
            <a:r>
              <a:rPr lang="fr-FR" dirty="0"/>
              <a:t> à un document particulier (IDF). Imaginez une balance : plus le mot est important, plus il pèse lourd ! Au final, nous obtenons une immense matrice de chiffres... le langage transformé en mathématiques !</a:t>
            </a:r>
          </a:p>
          <a:p>
            <a:pPr marL="0" lvl="0" indent="0" algn="l" rtl="0">
              <a:spcBef>
                <a:spcPts val="0"/>
              </a:spcBef>
              <a:spcAft>
                <a:spcPts val="0"/>
              </a:spcAft>
              <a:buNone/>
            </a:pPr>
            <a:endParaRPr lang="fr-FR" dirty="0"/>
          </a:p>
          <a:p>
            <a:pPr marL="0" lvl="0" indent="0" algn="l" rtl="0">
              <a:spcBef>
                <a:spcPts val="0"/>
              </a:spcBef>
              <a:spcAft>
                <a:spcPts val="0"/>
              </a:spcAft>
              <a:buNone/>
            </a:pPr>
            <a:r>
              <a:rPr lang="fr-FR" i="1" dirty="0"/>
              <a:t>Résultat :</a:t>
            </a:r>
            <a:r>
              <a:rPr lang="fr-FR" dirty="0"/>
              <a:t> Une matrice 4x49</a:t>
            </a:r>
            <a:br>
              <a:rPr lang="fr-FR" dirty="0"/>
            </a:b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7"/>
        <p:cNvGrpSpPr/>
        <p:nvPr/>
      </p:nvGrpSpPr>
      <p:grpSpPr>
        <a:xfrm>
          <a:off x="0" y="0"/>
          <a:ext cx="0" cy="0"/>
          <a:chOff x="0" y="0"/>
          <a:chExt cx="0" cy="0"/>
        </a:xfrm>
      </p:grpSpPr>
      <p:sp>
        <p:nvSpPr>
          <p:cNvPr id="2068" name="Google Shape;2068;gba4b099ee4_0_36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9" name="Google Shape;2069;gba4b099ee4_0_36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Et voici la pièce maîtresse, le Saint Graal de notre projet : la </a:t>
            </a:r>
            <a:r>
              <a:rPr lang="fr-FR" b="1" dirty="0"/>
              <a:t>Décomposition en Valeurs Singulières, ou SVD</a:t>
            </a:r>
            <a:r>
              <a:rPr lang="fr-FR" dirty="0"/>
              <a:t>. Normalement, un simple appel à une fonction de bibliothèque fait le travail. Mais nous, nous l'avons codée, algorithme par algorithme ! Nous avons utilisé une technique appelée la 'Méthode de la Puissance Itérée', une série de calculs répétitifs, jusqu'à atteindre la convergence. C'est la 'magie' qui nous permet de réduire la complexité de nos données et de révéler les thèmes sous-jacents.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9"/>
        <p:cNvGrpSpPr/>
        <p:nvPr/>
      </p:nvGrpSpPr>
      <p:grpSpPr>
        <a:xfrm>
          <a:off x="0" y="0"/>
          <a:ext cx="0" cy="0"/>
          <a:chOff x="0" y="0"/>
          <a:chExt cx="0" cy="0"/>
        </a:xfrm>
      </p:grpSpPr>
      <p:sp>
        <p:nvSpPr>
          <p:cNvPr id="2270" name="Google Shape;2270;gba4b099ee4_0_3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1" name="Google Shape;2271;gba4b099ee4_0_3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Alors, après tant d'efforts, notre SVD 'fait maison' tient-elle la route ? Nous l'avons confrontée aux résultats d'une bibliothèque scientifique ultra-optimisée, </a:t>
            </a:r>
            <a:r>
              <a:rPr lang="fr-FR" dirty="0" err="1"/>
              <a:t>SciPy</a:t>
            </a:r>
            <a:r>
              <a:rPr lang="fr-FR" dirty="0"/>
              <a:t>. Et le suspense fut de courte durée ! Nos chiffres sont </a:t>
            </a:r>
            <a:r>
              <a:rPr lang="fr-FR" b="1" dirty="0"/>
              <a:t>identiques, à la 14ème décimale près</a:t>
            </a:r>
            <a:r>
              <a:rPr lang="fr-FR" dirty="0"/>
              <a:t> ! C'est une précision absolument incroyable. Cela prouve que non seulement notre approche fonctionne, mais qu'elle est d'une </a:t>
            </a:r>
            <a:r>
              <a:rPr lang="fr-FR" b="1" dirty="0"/>
              <a:t>fiabilité mathématique</a:t>
            </a:r>
            <a:r>
              <a:rPr lang="fr-FR" dirty="0"/>
              <a:t> époustouflante. Un vrai '</a:t>
            </a:r>
            <a:r>
              <a:rPr lang="fr-FR" dirty="0" err="1"/>
              <a:t>mic</a:t>
            </a:r>
            <a:r>
              <a:rPr lang="fr-FR" dirty="0"/>
              <a:t> drop' technique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gb1c2217c3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3" name="Google Shape;1693;gb1c2217c3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Et quel est le premier thème que notre LSA a identifié ? Contre toute attente, ce n'est pas 'l'IA' ou 'la montagne'. Ce sont des mots comme 'la', 'une', 'des'. Intriguant, n'est-ce pas ? La LSA nous montre ici le </a:t>
            </a:r>
            <a:r>
              <a:rPr lang="fr-FR" b="1" dirty="0"/>
              <a:t>squelette grammatical</a:t>
            </a:r>
            <a:r>
              <a:rPr lang="fr-FR" dirty="0"/>
              <a:t> de notre corpus. C'est la 'colle' qui tient toutes les phrases ensemble. Ce thème fondamental nous révèle comment le langage est structuré, avant même de parler de son contenu spécifique.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3">
          <a:extLst>
            <a:ext uri="{FF2B5EF4-FFF2-40B4-BE49-F238E27FC236}">
              <a16:creationId xmlns:a16="http://schemas.microsoft.com/office/drawing/2014/main" id="{203F7456-F18B-1B70-FCA7-6B423C8668CB}"/>
            </a:ext>
          </a:extLst>
        </p:cNvPr>
        <p:cNvGrpSpPr/>
        <p:nvPr/>
      </p:nvGrpSpPr>
      <p:grpSpPr>
        <a:xfrm>
          <a:off x="0" y="0"/>
          <a:ext cx="0" cy="0"/>
          <a:chOff x="0" y="0"/>
          <a:chExt cx="0" cy="0"/>
        </a:xfrm>
      </p:grpSpPr>
      <p:sp>
        <p:nvSpPr>
          <p:cNvPr id="1794" name="Google Shape;1794;gb1c2217c3f_0_37:notes">
            <a:extLst>
              <a:ext uri="{FF2B5EF4-FFF2-40B4-BE49-F238E27FC236}">
                <a16:creationId xmlns:a16="http://schemas.microsoft.com/office/drawing/2014/main" id="{71C39D66-EE4F-92ED-C20E-2D4971CF3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5" name="Google Shape;1795;gb1c2217c3f_0_37:notes">
            <a:extLst>
              <a:ext uri="{FF2B5EF4-FFF2-40B4-BE49-F238E27FC236}">
                <a16:creationId xmlns:a16="http://schemas.microsoft.com/office/drawing/2014/main" id="{9C6E9644-8A0D-4AD7-2549-7AF33DA421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Une fois le thème identifié, nous avons pu 'projeter' nos documents dans cet espace de sens. C'est comme les placer sur une carte pour voir leurs relations. Nous avons découvert que le document sur l'</a:t>
            </a:r>
            <a:r>
              <a:rPr lang="fr-FR" b="1" dirty="0"/>
              <a:t>économie</a:t>
            </a:r>
            <a:r>
              <a:rPr lang="fr-FR" dirty="0"/>
              <a:t> était le plus proche de notre thème structural dominant, car il partageait beaucoup de ces patterns linguistiques généraux. Le document sur la </a:t>
            </a:r>
            <a:r>
              <a:rPr lang="fr-FR" b="1" dirty="0"/>
              <a:t>musique classique</a:t>
            </a:r>
            <a:r>
              <a:rPr lang="fr-FR" dirty="0"/>
              <a:t>, lui, se distinguait davantage, ce qui suggère une spécificité plus forte. Une véritable cartographie des idées !</a:t>
            </a:r>
            <a:endParaRPr dirty="0"/>
          </a:p>
        </p:txBody>
      </p:sp>
    </p:spTree>
    <p:extLst>
      <p:ext uri="{BB962C8B-B14F-4D97-AF65-F5344CB8AC3E}">
        <p14:creationId xmlns:p14="http://schemas.microsoft.com/office/powerpoint/2010/main" val="3960208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gb1c2217c3f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6" name="Google Shape;1716;gb1c2217c3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En résumé, notre projet est un succès. Nous avons non seulement décomposé la LSA, mais nous l'avons reconstruite avec nos propres mains. La précision de nos calculs dépasse l'entendement. C'est une preuve concrète que la </a:t>
            </a:r>
            <a:r>
              <a:rPr lang="fr-FR" b="1" dirty="0"/>
              <a:t>compréhension fondamentale</a:t>
            </a:r>
            <a:r>
              <a:rPr lang="fr-FR" dirty="0"/>
              <a:t> des algorithmes permet d'atteindre des sommets, même sans les outils les plus sophistiqués. Nous avons maîtrisé la bête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r>
              <a:rPr lang="fr-FR" dirty="0"/>
              <a:t>Alors, à quoi sert tout ça, concrètement ? La LSA est un pilier de nombreuses applications que nous utilisons tous les jours. C'est elle qui permet aux </a:t>
            </a:r>
            <a:r>
              <a:rPr lang="fr-FR" b="1" dirty="0"/>
              <a:t>moteurs de recherche</a:t>
            </a:r>
            <a:r>
              <a:rPr lang="fr-FR" dirty="0"/>
              <a:t> de comprendre ce que vous voulez, même si vous n'utilisez pas les mots exacts. C'est elle qui aide Netflix à vous recommander le prochain film que vous adorerez. C'est une technologie clé pour comprendre l'immense volume de texte sur Internet, pour l'</a:t>
            </a:r>
            <a:r>
              <a:rPr lang="fr-FR" b="1" dirty="0"/>
              <a:t>analyse de sentiment</a:t>
            </a:r>
            <a:r>
              <a:rPr lang="fr-FR" dirty="0"/>
              <a:t>, la </a:t>
            </a:r>
            <a:r>
              <a:rPr lang="fr-FR" b="1" dirty="0"/>
              <a:t>classification automatique</a:t>
            </a:r>
            <a:r>
              <a:rPr lang="fr-FR" dirty="0"/>
              <a:t> de documents... les possibilités sont infinies !</a:t>
            </a:r>
          </a:p>
        </p:txBody>
      </p:sp>
    </p:spTree>
    <p:extLst>
      <p:ext uri="{BB962C8B-B14F-4D97-AF65-F5344CB8AC3E}">
        <p14:creationId xmlns:p14="http://schemas.microsoft.com/office/powerpoint/2010/main" val="128079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gba4b099e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2" name="Google Shape;1922;gba4b099e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clore notre exposé, je vous invite à méditer sur cette affirmation : 'L'intelligence artificielle n'est rien d'autre que de l'algèbre linéaire appliquée.' Ce n'est pas qu'une simple phrase. À travers ce projet, nous avons eu le privilège de le </a:t>
            </a:r>
            <a:r>
              <a:rPr lang="fr-FR" b="1" dirty="0"/>
              <a:t>prouver concrètement</a:t>
            </a:r>
            <a:r>
              <a:rPr lang="fr-FR" dirty="0"/>
              <a:t>. Nous avons plongé dans les entrailles de la LSA, non pas en utilisant des bibliothèques comme des boîtes noires, mais en la construisant brique par brique, avec l'algèbre linéaire comme guide. J'espère que cette exploration vous a montré la beauté et la puissance de la </a:t>
            </a:r>
            <a:r>
              <a:rPr lang="fr-FR" b="1" dirty="0"/>
              <a:t>compréhension fondamentale</a:t>
            </a:r>
            <a:r>
              <a:rPr lang="fr-FR" dirty="0"/>
              <a:t> derrière ces technologies qui façonnent notre monde.</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1"/>
            </a:gs>
            <a:gs pos="100000">
              <a:schemeClr val="lt2"/>
            </a:gs>
          </a:gsLst>
          <a:lin ang="0" scaled="0"/>
        </a:gradFill>
        <a:effectLst/>
      </p:bgPr>
    </p:bg>
    <p:spTree>
      <p:nvGrpSpPr>
        <p:cNvPr id="1" name="Shape 8"/>
        <p:cNvGrpSpPr/>
        <p:nvPr/>
      </p:nvGrpSpPr>
      <p:grpSpPr>
        <a:xfrm>
          <a:off x="0" y="0"/>
          <a:ext cx="0" cy="0"/>
          <a:chOff x="0" y="0"/>
          <a:chExt cx="0" cy="0"/>
        </a:xfrm>
      </p:grpSpPr>
      <p:grpSp>
        <p:nvGrpSpPr>
          <p:cNvPr id="9" name="Google Shape;9;p2"/>
          <p:cNvGrpSpPr/>
          <p:nvPr/>
        </p:nvGrpSpPr>
        <p:grpSpPr>
          <a:xfrm>
            <a:off x="-4472162" y="-2553176"/>
            <a:ext cx="18112872" cy="10249847"/>
            <a:chOff x="-4472162" y="-2553176"/>
            <a:chExt cx="18112872" cy="10249847"/>
          </a:xfrm>
        </p:grpSpPr>
        <p:sp>
          <p:nvSpPr>
            <p:cNvPr id="10" name="Google Shape;10;p2"/>
            <p:cNvSpPr/>
            <p:nvPr/>
          </p:nvSpPr>
          <p:spPr>
            <a:xfrm>
              <a:off x="-1338800" y="3772275"/>
              <a:ext cx="4258019" cy="1223091"/>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568700" y="266393"/>
              <a:ext cx="3226314" cy="838167"/>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rot="-2700000">
              <a:off x="-3566291" y="-1647284"/>
              <a:ext cx="4374003" cy="4373963"/>
              <a:chOff x="2499100" y="1489300"/>
              <a:chExt cx="2736100" cy="2736075"/>
            </a:xfrm>
          </p:grpSpPr>
          <p:sp>
            <p:nvSpPr>
              <p:cNvPr id="13" name="Google Shape;13;p2"/>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2"/>
            <p:cNvGrpSpPr/>
            <p:nvPr/>
          </p:nvGrpSpPr>
          <p:grpSpPr>
            <a:xfrm rot="-2700000">
              <a:off x="8360834" y="2416816"/>
              <a:ext cx="4374003" cy="4373963"/>
              <a:chOff x="2499100" y="1489300"/>
              <a:chExt cx="2736100" cy="2736075"/>
            </a:xfrm>
          </p:grpSpPr>
          <p:sp>
            <p:nvSpPr>
              <p:cNvPr id="42" name="Google Shape;42;p2"/>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70;p2"/>
          <p:cNvSpPr txBox="1">
            <a:spLocks noGrp="1"/>
          </p:cNvSpPr>
          <p:nvPr>
            <p:ph type="ctrTitle"/>
          </p:nvPr>
        </p:nvSpPr>
        <p:spPr>
          <a:xfrm>
            <a:off x="1395450" y="1291350"/>
            <a:ext cx="6353100" cy="23820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chemeClr val="accent1"/>
              </a:buClr>
              <a:buSzPts val="5200"/>
              <a:buNone/>
              <a:defRPr sz="5400">
                <a:solidFill>
                  <a:schemeClr val="accent1"/>
                </a:solidFill>
              </a:defRPr>
            </a:lvl1pPr>
            <a:lvl2pPr lvl="1" algn="ctr">
              <a:spcBef>
                <a:spcPts val="0"/>
              </a:spcBef>
              <a:spcAft>
                <a:spcPts val="0"/>
              </a:spcAft>
              <a:buClr>
                <a:schemeClr val="accent1"/>
              </a:buClr>
              <a:buSzPts val="5200"/>
              <a:buNone/>
              <a:defRPr sz="5200">
                <a:solidFill>
                  <a:schemeClr val="accent1"/>
                </a:solidFill>
              </a:defRPr>
            </a:lvl2pPr>
            <a:lvl3pPr lvl="2" algn="ctr">
              <a:spcBef>
                <a:spcPts val="0"/>
              </a:spcBef>
              <a:spcAft>
                <a:spcPts val="0"/>
              </a:spcAft>
              <a:buClr>
                <a:schemeClr val="accent1"/>
              </a:buClr>
              <a:buSzPts val="5200"/>
              <a:buNone/>
              <a:defRPr sz="5200">
                <a:solidFill>
                  <a:schemeClr val="accent1"/>
                </a:solidFill>
              </a:defRPr>
            </a:lvl3pPr>
            <a:lvl4pPr lvl="3" algn="ctr">
              <a:spcBef>
                <a:spcPts val="0"/>
              </a:spcBef>
              <a:spcAft>
                <a:spcPts val="0"/>
              </a:spcAft>
              <a:buClr>
                <a:schemeClr val="accent1"/>
              </a:buClr>
              <a:buSzPts val="5200"/>
              <a:buNone/>
              <a:defRPr sz="5200">
                <a:solidFill>
                  <a:schemeClr val="accent1"/>
                </a:solidFill>
              </a:defRPr>
            </a:lvl4pPr>
            <a:lvl5pPr lvl="4" algn="ctr">
              <a:spcBef>
                <a:spcPts val="0"/>
              </a:spcBef>
              <a:spcAft>
                <a:spcPts val="0"/>
              </a:spcAft>
              <a:buClr>
                <a:schemeClr val="accent1"/>
              </a:buClr>
              <a:buSzPts val="5200"/>
              <a:buNone/>
              <a:defRPr sz="5200">
                <a:solidFill>
                  <a:schemeClr val="accent1"/>
                </a:solidFill>
              </a:defRPr>
            </a:lvl5pPr>
            <a:lvl6pPr lvl="5" algn="ctr">
              <a:spcBef>
                <a:spcPts val="0"/>
              </a:spcBef>
              <a:spcAft>
                <a:spcPts val="0"/>
              </a:spcAft>
              <a:buClr>
                <a:schemeClr val="accent1"/>
              </a:buClr>
              <a:buSzPts val="5200"/>
              <a:buNone/>
              <a:defRPr sz="5200">
                <a:solidFill>
                  <a:schemeClr val="accent1"/>
                </a:solidFill>
              </a:defRPr>
            </a:lvl6pPr>
            <a:lvl7pPr lvl="6" algn="ctr">
              <a:spcBef>
                <a:spcPts val="0"/>
              </a:spcBef>
              <a:spcAft>
                <a:spcPts val="0"/>
              </a:spcAft>
              <a:buClr>
                <a:schemeClr val="accent1"/>
              </a:buClr>
              <a:buSzPts val="5200"/>
              <a:buNone/>
              <a:defRPr sz="5200">
                <a:solidFill>
                  <a:schemeClr val="accent1"/>
                </a:solidFill>
              </a:defRPr>
            </a:lvl7pPr>
            <a:lvl8pPr lvl="7" algn="ctr">
              <a:spcBef>
                <a:spcPts val="0"/>
              </a:spcBef>
              <a:spcAft>
                <a:spcPts val="0"/>
              </a:spcAft>
              <a:buClr>
                <a:schemeClr val="accent1"/>
              </a:buClr>
              <a:buSzPts val="5200"/>
              <a:buNone/>
              <a:defRPr sz="5200">
                <a:solidFill>
                  <a:schemeClr val="accent1"/>
                </a:solidFill>
              </a:defRPr>
            </a:lvl8pPr>
            <a:lvl9pPr lvl="8" algn="ctr">
              <a:spcBef>
                <a:spcPts val="0"/>
              </a:spcBef>
              <a:spcAft>
                <a:spcPts val="0"/>
              </a:spcAft>
              <a:buClr>
                <a:schemeClr val="accent1"/>
              </a:buClr>
              <a:buSzPts val="5200"/>
              <a:buNone/>
              <a:defRPr sz="5200">
                <a:solidFill>
                  <a:schemeClr val="accent1"/>
                </a:solidFill>
              </a:defRPr>
            </a:lvl9pPr>
          </a:lstStyle>
          <a:p>
            <a:endParaRPr/>
          </a:p>
        </p:txBody>
      </p:sp>
      <p:sp>
        <p:nvSpPr>
          <p:cNvPr id="71" name="Google Shape;71;p2"/>
          <p:cNvSpPr txBox="1">
            <a:spLocks noGrp="1"/>
          </p:cNvSpPr>
          <p:nvPr>
            <p:ph type="subTitle" idx="1"/>
          </p:nvPr>
        </p:nvSpPr>
        <p:spPr>
          <a:xfrm>
            <a:off x="1395450" y="3590589"/>
            <a:ext cx="6353100" cy="522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1"/>
        <p:cNvGrpSpPr/>
        <p:nvPr/>
      </p:nvGrpSpPr>
      <p:grpSpPr>
        <a:xfrm>
          <a:off x="0" y="0"/>
          <a:ext cx="0" cy="0"/>
          <a:chOff x="0" y="0"/>
          <a:chExt cx="0" cy="0"/>
        </a:xfrm>
      </p:grpSpPr>
      <p:sp>
        <p:nvSpPr>
          <p:cNvPr id="202" name="Google Shape;202;p5"/>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solidFill>
                  <a:schemeClr val="accent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3" name="Google Shape;203;p5"/>
          <p:cNvSpPr txBox="1">
            <a:spLocks noGrp="1"/>
          </p:cNvSpPr>
          <p:nvPr>
            <p:ph type="body" idx="1"/>
          </p:nvPr>
        </p:nvSpPr>
        <p:spPr>
          <a:xfrm>
            <a:off x="1192975" y="2807425"/>
            <a:ext cx="2894400" cy="9093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4" name="Google Shape;204;p5"/>
          <p:cNvSpPr txBox="1">
            <a:spLocks noGrp="1"/>
          </p:cNvSpPr>
          <p:nvPr>
            <p:ph type="body" idx="2"/>
          </p:nvPr>
        </p:nvSpPr>
        <p:spPr>
          <a:xfrm>
            <a:off x="5056750" y="2807425"/>
            <a:ext cx="2894400" cy="9093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5" name="Google Shape;205;p5"/>
          <p:cNvSpPr txBox="1">
            <a:spLocks noGrp="1"/>
          </p:cNvSpPr>
          <p:nvPr>
            <p:ph type="title" idx="3"/>
          </p:nvPr>
        </p:nvSpPr>
        <p:spPr>
          <a:xfrm>
            <a:off x="1192975" y="2275825"/>
            <a:ext cx="28944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06" name="Google Shape;206;p5"/>
          <p:cNvSpPr txBox="1">
            <a:spLocks noGrp="1"/>
          </p:cNvSpPr>
          <p:nvPr>
            <p:ph type="title" idx="4"/>
          </p:nvPr>
        </p:nvSpPr>
        <p:spPr>
          <a:xfrm>
            <a:off x="5056750" y="2275825"/>
            <a:ext cx="28944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7"/>
        <p:cNvGrpSpPr/>
        <p:nvPr/>
      </p:nvGrpSpPr>
      <p:grpSpPr>
        <a:xfrm>
          <a:off x="0" y="0"/>
          <a:ext cx="0" cy="0"/>
          <a:chOff x="0" y="0"/>
          <a:chExt cx="0" cy="0"/>
        </a:xfrm>
      </p:grpSpPr>
      <p:grpSp>
        <p:nvGrpSpPr>
          <p:cNvPr id="208" name="Google Shape;208;p6"/>
          <p:cNvGrpSpPr/>
          <p:nvPr/>
        </p:nvGrpSpPr>
        <p:grpSpPr>
          <a:xfrm>
            <a:off x="-4242450" y="-4454637"/>
            <a:ext cx="14989512" cy="13415534"/>
            <a:chOff x="-4242450" y="-4454637"/>
            <a:chExt cx="14989512" cy="13415534"/>
          </a:xfrm>
        </p:grpSpPr>
        <p:grpSp>
          <p:nvGrpSpPr>
            <p:cNvPr id="209" name="Google Shape;209;p6"/>
            <p:cNvGrpSpPr/>
            <p:nvPr/>
          </p:nvGrpSpPr>
          <p:grpSpPr>
            <a:xfrm rot="-6612621">
              <a:off x="-2431258" y="-3833821"/>
              <a:ext cx="4373418" cy="4373378"/>
              <a:chOff x="2499100" y="1489300"/>
              <a:chExt cx="2736100" cy="2736075"/>
            </a:xfrm>
          </p:grpSpPr>
          <p:sp>
            <p:nvSpPr>
              <p:cNvPr id="210" name="Google Shape;210;p6"/>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6"/>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6"/>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6"/>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6"/>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6"/>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6"/>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6"/>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6"/>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6"/>
            <p:cNvSpPr/>
            <p:nvPr/>
          </p:nvSpPr>
          <p:spPr>
            <a:xfrm>
              <a:off x="-4242450" y="3425175"/>
              <a:ext cx="5313841" cy="1526369"/>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6"/>
            <p:cNvSpPr/>
            <p:nvPr/>
          </p:nvSpPr>
          <p:spPr>
            <a:xfrm flipH="1">
              <a:off x="7520368" y="236039"/>
              <a:ext cx="3226693" cy="838266"/>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 name="Google Shape;240;p6"/>
            <p:cNvGrpSpPr/>
            <p:nvPr/>
          </p:nvGrpSpPr>
          <p:grpSpPr>
            <a:xfrm rot="-5400000">
              <a:off x="6141981" y="4587261"/>
              <a:ext cx="4373656" cy="4373616"/>
              <a:chOff x="2499100" y="1489300"/>
              <a:chExt cx="2736100" cy="2736075"/>
            </a:xfrm>
          </p:grpSpPr>
          <p:sp>
            <p:nvSpPr>
              <p:cNvPr id="241" name="Google Shape;241;p6"/>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6"/>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6"/>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6"/>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6"/>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6"/>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6"/>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6"/>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6"/>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6"/>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6"/>
              </a:buClr>
              <a:buSzPts val="3000"/>
              <a:buNone/>
              <a:defRPr>
                <a:solidFill>
                  <a:schemeClr val="accent2"/>
                </a:solidFill>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lt1"/>
            </a:gs>
            <a:gs pos="100000">
              <a:schemeClr val="lt2"/>
            </a:gs>
          </a:gsLst>
          <a:lin ang="10800025" scaled="0"/>
        </a:gradFill>
        <a:effectLst/>
      </p:bgPr>
    </p:bg>
    <p:spTree>
      <p:nvGrpSpPr>
        <p:cNvPr id="1" name="Shape 398"/>
        <p:cNvGrpSpPr/>
        <p:nvPr/>
      </p:nvGrpSpPr>
      <p:grpSpPr>
        <a:xfrm>
          <a:off x="0" y="0"/>
          <a:ext cx="0" cy="0"/>
          <a:chOff x="0" y="0"/>
          <a:chExt cx="0" cy="0"/>
        </a:xfrm>
      </p:grpSpPr>
      <p:grpSp>
        <p:nvGrpSpPr>
          <p:cNvPr id="399" name="Google Shape;399;p9"/>
          <p:cNvGrpSpPr/>
          <p:nvPr/>
        </p:nvGrpSpPr>
        <p:grpSpPr>
          <a:xfrm>
            <a:off x="-3145037" y="-3773626"/>
            <a:ext cx="15764179" cy="13354172"/>
            <a:chOff x="-3145037" y="-3773626"/>
            <a:chExt cx="15764179" cy="13354172"/>
          </a:xfrm>
        </p:grpSpPr>
        <p:grpSp>
          <p:nvGrpSpPr>
            <p:cNvPr id="400" name="Google Shape;400;p9"/>
            <p:cNvGrpSpPr/>
            <p:nvPr/>
          </p:nvGrpSpPr>
          <p:grpSpPr>
            <a:xfrm rot="-2700000">
              <a:off x="-2239166" y="-2867734"/>
              <a:ext cx="4374003" cy="4373963"/>
              <a:chOff x="2499100" y="1489300"/>
              <a:chExt cx="2736100" cy="2736075"/>
            </a:xfrm>
          </p:grpSpPr>
          <p:sp>
            <p:nvSpPr>
              <p:cNvPr id="401" name="Google Shape;401;p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9"/>
            <p:cNvSpPr/>
            <p:nvPr/>
          </p:nvSpPr>
          <p:spPr>
            <a:xfrm rot="243564">
              <a:off x="-1390798"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9"/>
            <p:cNvGrpSpPr/>
            <p:nvPr/>
          </p:nvGrpSpPr>
          <p:grpSpPr>
            <a:xfrm rot="-2700000">
              <a:off x="6243597" y="4300691"/>
              <a:ext cx="4374003" cy="4373963"/>
              <a:chOff x="2499100" y="1489300"/>
              <a:chExt cx="2736100" cy="2736075"/>
            </a:xfrm>
          </p:grpSpPr>
          <p:sp>
            <p:nvSpPr>
              <p:cNvPr id="431" name="Google Shape;431;p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9" name="Google Shape;459;p9"/>
            <p:cNvSpPr/>
            <p:nvPr/>
          </p:nvSpPr>
          <p:spPr>
            <a:xfrm>
              <a:off x="7305300" y="3425175"/>
              <a:ext cx="5313841" cy="1526369"/>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0" name="Google Shape;460;p9"/>
          <p:cNvSpPr txBox="1">
            <a:spLocks noGrp="1"/>
          </p:cNvSpPr>
          <p:nvPr>
            <p:ph type="title"/>
          </p:nvPr>
        </p:nvSpPr>
        <p:spPr>
          <a:xfrm>
            <a:off x="4385400" y="1391700"/>
            <a:ext cx="3768300" cy="6996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1" name="Google Shape;461;p9"/>
          <p:cNvSpPr txBox="1">
            <a:spLocks noGrp="1"/>
          </p:cNvSpPr>
          <p:nvPr>
            <p:ph type="subTitle" idx="1"/>
          </p:nvPr>
        </p:nvSpPr>
        <p:spPr>
          <a:xfrm>
            <a:off x="4385400" y="2102800"/>
            <a:ext cx="3768300" cy="1661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100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2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29"/>
        <p:cNvGrpSpPr/>
        <p:nvPr/>
      </p:nvGrpSpPr>
      <p:grpSpPr>
        <a:xfrm>
          <a:off x="0" y="0"/>
          <a:ext cx="0" cy="0"/>
          <a:chOff x="0" y="0"/>
          <a:chExt cx="0" cy="0"/>
        </a:xfrm>
      </p:grpSpPr>
      <p:grpSp>
        <p:nvGrpSpPr>
          <p:cNvPr id="530" name="Google Shape;530;p13"/>
          <p:cNvGrpSpPr/>
          <p:nvPr/>
        </p:nvGrpSpPr>
        <p:grpSpPr>
          <a:xfrm>
            <a:off x="-5120337" y="-3773626"/>
            <a:ext cx="17843597" cy="11470297"/>
            <a:chOff x="-5120337" y="-3773626"/>
            <a:chExt cx="17843597" cy="11470297"/>
          </a:xfrm>
        </p:grpSpPr>
        <p:grpSp>
          <p:nvGrpSpPr>
            <p:cNvPr id="531" name="Google Shape;531;p13"/>
            <p:cNvGrpSpPr/>
            <p:nvPr/>
          </p:nvGrpSpPr>
          <p:grpSpPr>
            <a:xfrm rot="-2700000">
              <a:off x="7443384" y="-2867734"/>
              <a:ext cx="4374003" cy="4373963"/>
              <a:chOff x="2499100" y="1489300"/>
              <a:chExt cx="2736100" cy="2736075"/>
            </a:xfrm>
          </p:grpSpPr>
          <p:sp>
            <p:nvSpPr>
              <p:cNvPr id="532" name="Google Shape;532;p13"/>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3"/>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3"/>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3"/>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3"/>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3"/>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3"/>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3"/>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3"/>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3"/>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3"/>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3"/>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3"/>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3"/>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3"/>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3"/>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3"/>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3"/>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3"/>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3"/>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3"/>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3"/>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13"/>
            <p:cNvGrpSpPr/>
            <p:nvPr/>
          </p:nvGrpSpPr>
          <p:grpSpPr>
            <a:xfrm rot="-2700000">
              <a:off x="-4214466" y="2416816"/>
              <a:ext cx="4374003" cy="4373963"/>
              <a:chOff x="2499100" y="1489300"/>
              <a:chExt cx="2736100" cy="2736075"/>
            </a:xfrm>
          </p:grpSpPr>
          <p:sp>
            <p:nvSpPr>
              <p:cNvPr id="561" name="Google Shape;561;p13"/>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3"/>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3"/>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3"/>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3"/>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3"/>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3"/>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3"/>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3"/>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3"/>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9" name="Google Shape;589;p13"/>
            <p:cNvSpPr/>
            <p:nvPr/>
          </p:nvSpPr>
          <p:spPr>
            <a:xfrm rot="463185" flipH="1">
              <a:off x="-1836555" y="4289824"/>
              <a:ext cx="3576766" cy="1015712"/>
            </a:xfrm>
            <a:custGeom>
              <a:avLst/>
              <a:gdLst/>
              <a:ahLst/>
              <a:cxnLst/>
              <a:rect l="l" t="t" r="r" b="b"/>
              <a:pathLst>
                <a:path w="70140" h="19918" extrusionOk="0">
                  <a:moveTo>
                    <a:pt x="50549" y="3017"/>
                  </a:moveTo>
                  <a:cubicBezTo>
                    <a:pt x="50912" y="3017"/>
                    <a:pt x="51275" y="3027"/>
                    <a:pt x="51638" y="3046"/>
                  </a:cubicBezTo>
                  <a:cubicBezTo>
                    <a:pt x="52321" y="3104"/>
                    <a:pt x="52249" y="4096"/>
                    <a:pt x="51610" y="4096"/>
                  </a:cubicBezTo>
                  <a:cubicBezTo>
                    <a:pt x="51592" y="4096"/>
                    <a:pt x="51573" y="4095"/>
                    <a:pt x="51554" y="4094"/>
                  </a:cubicBezTo>
                  <a:cubicBezTo>
                    <a:pt x="51209" y="4074"/>
                    <a:pt x="50863" y="4065"/>
                    <a:pt x="50517" y="4065"/>
                  </a:cubicBezTo>
                  <a:cubicBezTo>
                    <a:pt x="48956" y="4065"/>
                    <a:pt x="47398" y="4261"/>
                    <a:pt x="45887" y="4641"/>
                  </a:cubicBezTo>
                  <a:cubicBezTo>
                    <a:pt x="45839" y="4653"/>
                    <a:pt x="45804" y="4653"/>
                    <a:pt x="45756" y="4653"/>
                  </a:cubicBezTo>
                  <a:cubicBezTo>
                    <a:pt x="45149" y="4653"/>
                    <a:pt x="45042" y="3784"/>
                    <a:pt x="45625" y="3629"/>
                  </a:cubicBezTo>
                  <a:cubicBezTo>
                    <a:pt x="47237" y="3219"/>
                    <a:pt x="48889" y="3017"/>
                    <a:pt x="50549" y="3017"/>
                  </a:cubicBezTo>
                  <a:close/>
                  <a:moveTo>
                    <a:pt x="2566" y="1103"/>
                  </a:moveTo>
                  <a:cubicBezTo>
                    <a:pt x="3211" y="1103"/>
                    <a:pt x="3700" y="1554"/>
                    <a:pt x="3763" y="1617"/>
                  </a:cubicBezTo>
                  <a:cubicBezTo>
                    <a:pt x="3965" y="1820"/>
                    <a:pt x="3965" y="2141"/>
                    <a:pt x="3763" y="2355"/>
                  </a:cubicBezTo>
                  <a:lnTo>
                    <a:pt x="3774" y="2355"/>
                  </a:lnTo>
                  <a:cubicBezTo>
                    <a:pt x="3672" y="2458"/>
                    <a:pt x="3535" y="2509"/>
                    <a:pt x="3399" y="2509"/>
                  </a:cubicBezTo>
                  <a:cubicBezTo>
                    <a:pt x="3267" y="2509"/>
                    <a:pt x="3136" y="2461"/>
                    <a:pt x="3036" y="2367"/>
                  </a:cubicBezTo>
                  <a:cubicBezTo>
                    <a:pt x="2950" y="2281"/>
                    <a:pt x="2737" y="2136"/>
                    <a:pt x="2565" y="2136"/>
                  </a:cubicBezTo>
                  <a:cubicBezTo>
                    <a:pt x="2547" y="2136"/>
                    <a:pt x="2529" y="2138"/>
                    <a:pt x="2512" y="2141"/>
                  </a:cubicBezTo>
                  <a:cubicBezTo>
                    <a:pt x="2358" y="2177"/>
                    <a:pt x="2179" y="2379"/>
                    <a:pt x="2048" y="2713"/>
                  </a:cubicBezTo>
                  <a:cubicBezTo>
                    <a:pt x="1846" y="3213"/>
                    <a:pt x="2417" y="5773"/>
                    <a:pt x="3084" y="7856"/>
                  </a:cubicBezTo>
                  <a:cubicBezTo>
                    <a:pt x="3167" y="8130"/>
                    <a:pt x="3024" y="8428"/>
                    <a:pt x="2751" y="8511"/>
                  </a:cubicBezTo>
                  <a:cubicBezTo>
                    <a:pt x="2691" y="8523"/>
                    <a:pt x="2643" y="8535"/>
                    <a:pt x="2584" y="8535"/>
                  </a:cubicBezTo>
                  <a:cubicBezTo>
                    <a:pt x="2358" y="8535"/>
                    <a:pt x="2155" y="8392"/>
                    <a:pt x="2096" y="8178"/>
                  </a:cubicBezTo>
                  <a:cubicBezTo>
                    <a:pt x="1738" y="7070"/>
                    <a:pt x="631" y="3415"/>
                    <a:pt x="1084" y="2320"/>
                  </a:cubicBezTo>
                  <a:cubicBezTo>
                    <a:pt x="1369" y="1629"/>
                    <a:pt x="1786" y="1224"/>
                    <a:pt x="2298" y="1129"/>
                  </a:cubicBezTo>
                  <a:cubicBezTo>
                    <a:pt x="2390" y="1111"/>
                    <a:pt x="2479" y="1103"/>
                    <a:pt x="2566" y="1103"/>
                  </a:cubicBezTo>
                  <a:close/>
                  <a:moveTo>
                    <a:pt x="65222" y="7121"/>
                  </a:moveTo>
                  <a:cubicBezTo>
                    <a:pt x="65289" y="7121"/>
                    <a:pt x="65361" y="7135"/>
                    <a:pt x="65437" y="7166"/>
                  </a:cubicBezTo>
                  <a:cubicBezTo>
                    <a:pt x="66044" y="7416"/>
                    <a:pt x="69092" y="8725"/>
                    <a:pt x="68866" y="10392"/>
                  </a:cubicBezTo>
                  <a:cubicBezTo>
                    <a:pt x="68699" y="11607"/>
                    <a:pt x="67568" y="12047"/>
                    <a:pt x="66997" y="12119"/>
                  </a:cubicBezTo>
                  <a:lnTo>
                    <a:pt x="66937" y="12119"/>
                  </a:lnTo>
                  <a:cubicBezTo>
                    <a:pt x="66925" y="12119"/>
                    <a:pt x="66914" y="12119"/>
                    <a:pt x="66903" y="12119"/>
                  </a:cubicBezTo>
                  <a:cubicBezTo>
                    <a:pt x="66245" y="12119"/>
                    <a:pt x="66199" y="11118"/>
                    <a:pt x="66878" y="11071"/>
                  </a:cubicBezTo>
                  <a:cubicBezTo>
                    <a:pt x="66961" y="11071"/>
                    <a:pt x="67747" y="10940"/>
                    <a:pt x="67842" y="10237"/>
                  </a:cubicBezTo>
                  <a:cubicBezTo>
                    <a:pt x="67913" y="9690"/>
                    <a:pt x="66437" y="8678"/>
                    <a:pt x="65056" y="8130"/>
                  </a:cubicBezTo>
                  <a:cubicBezTo>
                    <a:pt x="64478" y="7899"/>
                    <a:pt x="64716" y="7121"/>
                    <a:pt x="65222" y="7121"/>
                  </a:cubicBezTo>
                  <a:close/>
                  <a:moveTo>
                    <a:pt x="30572" y="12610"/>
                  </a:moveTo>
                  <a:cubicBezTo>
                    <a:pt x="31021" y="12610"/>
                    <a:pt x="31301" y="13242"/>
                    <a:pt x="30861" y="13559"/>
                  </a:cubicBezTo>
                  <a:lnTo>
                    <a:pt x="30861" y="13571"/>
                  </a:lnTo>
                  <a:cubicBezTo>
                    <a:pt x="30814" y="13595"/>
                    <a:pt x="29730" y="14226"/>
                    <a:pt x="27587" y="15083"/>
                  </a:cubicBezTo>
                  <a:cubicBezTo>
                    <a:pt x="26265" y="15583"/>
                    <a:pt x="24884" y="15905"/>
                    <a:pt x="23479" y="16036"/>
                  </a:cubicBezTo>
                  <a:lnTo>
                    <a:pt x="23432" y="16036"/>
                  </a:lnTo>
                  <a:cubicBezTo>
                    <a:pt x="23420" y="16036"/>
                    <a:pt x="23409" y="16037"/>
                    <a:pt x="23397" y="16037"/>
                  </a:cubicBezTo>
                  <a:cubicBezTo>
                    <a:pt x="22740" y="16037"/>
                    <a:pt x="22705" y="15023"/>
                    <a:pt x="23384" y="15000"/>
                  </a:cubicBezTo>
                  <a:cubicBezTo>
                    <a:pt x="24694" y="14869"/>
                    <a:pt x="25968" y="14559"/>
                    <a:pt x="27206" y="14107"/>
                  </a:cubicBezTo>
                  <a:cubicBezTo>
                    <a:pt x="29266" y="13285"/>
                    <a:pt x="30325" y="12666"/>
                    <a:pt x="30337" y="12666"/>
                  </a:cubicBezTo>
                  <a:cubicBezTo>
                    <a:pt x="30418" y="12627"/>
                    <a:pt x="30497" y="12610"/>
                    <a:pt x="30572" y="12610"/>
                  </a:cubicBezTo>
                  <a:close/>
                  <a:moveTo>
                    <a:pt x="2698" y="1"/>
                  </a:moveTo>
                  <a:cubicBezTo>
                    <a:pt x="2625" y="1"/>
                    <a:pt x="2551" y="4"/>
                    <a:pt x="2477" y="10"/>
                  </a:cubicBezTo>
                  <a:cubicBezTo>
                    <a:pt x="1048" y="141"/>
                    <a:pt x="0" y="1403"/>
                    <a:pt x="119" y="2820"/>
                  </a:cubicBezTo>
                  <a:cubicBezTo>
                    <a:pt x="393" y="5927"/>
                    <a:pt x="1703" y="13523"/>
                    <a:pt x="7942" y="17131"/>
                  </a:cubicBezTo>
                  <a:cubicBezTo>
                    <a:pt x="9918" y="18274"/>
                    <a:pt x="14395" y="19917"/>
                    <a:pt x="19824" y="19917"/>
                  </a:cubicBezTo>
                  <a:cubicBezTo>
                    <a:pt x="21789" y="19917"/>
                    <a:pt x="23741" y="19703"/>
                    <a:pt x="25646" y="19262"/>
                  </a:cubicBezTo>
                  <a:cubicBezTo>
                    <a:pt x="31945" y="17810"/>
                    <a:pt x="35683" y="15036"/>
                    <a:pt x="39303" y="12357"/>
                  </a:cubicBezTo>
                  <a:cubicBezTo>
                    <a:pt x="40493" y="11476"/>
                    <a:pt x="41720" y="10571"/>
                    <a:pt x="43041" y="9702"/>
                  </a:cubicBezTo>
                  <a:cubicBezTo>
                    <a:pt x="44249" y="8904"/>
                    <a:pt x="46735" y="7696"/>
                    <a:pt x="50740" y="7696"/>
                  </a:cubicBezTo>
                  <a:cubicBezTo>
                    <a:pt x="51157" y="7696"/>
                    <a:pt x="51591" y="7709"/>
                    <a:pt x="52042" y="7737"/>
                  </a:cubicBezTo>
                  <a:cubicBezTo>
                    <a:pt x="56448" y="8011"/>
                    <a:pt x="61186" y="9725"/>
                    <a:pt x="65770" y="12666"/>
                  </a:cubicBezTo>
                  <a:cubicBezTo>
                    <a:pt x="66204" y="12946"/>
                    <a:pt x="66693" y="13079"/>
                    <a:pt x="67176" y="13079"/>
                  </a:cubicBezTo>
                  <a:cubicBezTo>
                    <a:pt x="68032" y="13079"/>
                    <a:pt x="68871" y="12661"/>
                    <a:pt x="69366" y="11892"/>
                  </a:cubicBezTo>
                  <a:cubicBezTo>
                    <a:pt x="70140" y="10678"/>
                    <a:pt x="69795" y="9071"/>
                    <a:pt x="68592" y="8285"/>
                  </a:cubicBezTo>
                  <a:cubicBezTo>
                    <a:pt x="62037" y="4067"/>
                    <a:pt x="55925" y="2499"/>
                    <a:pt x="50823" y="2499"/>
                  </a:cubicBezTo>
                  <a:cubicBezTo>
                    <a:pt x="46389" y="2499"/>
                    <a:pt x="42719" y="3683"/>
                    <a:pt x="40184" y="5344"/>
                  </a:cubicBezTo>
                  <a:cubicBezTo>
                    <a:pt x="38743" y="6296"/>
                    <a:pt x="37445" y="7249"/>
                    <a:pt x="36207" y="8178"/>
                  </a:cubicBezTo>
                  <a:cubicBezTo>
                    <a:pt x="32719" y="10749"/>
                    <a:pt x="29706" y="12988"/>
                    <a:pt x="24468" y="14190"/>
                  </a:cubicBezTo>
                  <a:cubicBezTo>
                    <a:pt x="22835" y="14566"/>
                    <a:pt x="21257" y="14717"/>
                    <a:pt x="19781" y="14717"/>
                  </a:cubicBezTo>
                  <a:cubicBezTo>
                    <a:pt x="15313" y="14717"/>
                    <a:pt x="11784" y="13335"/>
                    <a:pt x="10549" y="12619"/>
                  </a:cubicBezTo>
                  <a:cubicBezTo>
                    <a:pt x="6310" y="10166"/>
                    <a:pt x="5465" y="4153"/>
                    <a:pt x="5298" y="2355"/>
                  </a:cubicBezTo>
                  <a:cubicBezTo>
                    <a:pt x="5174" y="1012"/>
                    <a:pt x="4033" y="1"/>
                    <a:pt x="26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rot="243564">
              <a:off x="7696677"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 name="Google Shape;591;p13"/>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3000"/>
              <a:buNone/>
              <a:defRPr>
                <a:solidFill>
                  <a:schemeClr val="accent2"/>
                </a:solidFill>
              </a:defRPr>
            </a:lvl1pPr>
            <a:lvl2pPr lvl="1">
              <a:spcBef>
                <a:spcPts val="0"/>
              </a:spcBef>
              <a:spcAft>
                <a:spcPts val="0"/>
              </a:spcAft>
              <a:buClr>
                <a:schemeClr val="accent1"/>
              </a:buClr>
              <a:buSzPts val="3000"/>
              <a:buNone/>
              <a:defRPr>
                <a:solidFill>
                  <a:schemeClr val="accent1"/>
                </a:solidFill>
              </a:defRPr>
            </a:lvl2pPr>
            <a:lvl3pPr lvl="2">
              <a:spcBef>
                <a:spcPts val="0"/>
              </a:spcBef>
              <a:spcAft>
                <a:spcPts val="0"/>
              </a:spcAft>
              <a:buClr>
                <a:schemeClr val="accent1"/>
              </a:buClr>
              <a:buSzPts val="3000"/>
              <a:buNone/>
              <a:defRPr>
                <a:solidFill>
                  <a:schemeClr val="accent1"/>
                </a:solidFill>
              </a:defRPr>
            </a:lvl3pPr>
            <a:lvl4pPr lvl="3">
              <a:spcBef>
                <a:spcPts val="0"/>
              </a:spcBef>
              <a:spcAft>
                <a:spcPts val="0"/>
              </a:spcAft>
              <a:buClr>
                <a:schemeClr val="accent1"/>
              </a:buClr>
              <a:buSzPts val="3000"/>
              <a:buNone/>
              <a:defRPr>
                <a:solidFill>
                  <a:schemeClr val="accent1"/>
                </a:solidFill>
              </a:defRPr>
            </a:lvl4pPr>
            <a:lvl5pPr lvl="4">
              <a:spcBef>
                <a:spcPts val="0"/>
              </a:spcBef>
              <a:spcAft>
                <a:spcPts val="0"/>
              </a:spcAft>
              <a:buClr>
                <a:schemeClr val="accent1"/>
              </a:buClr>
              <a:buSzPts val="3000"/>
              <a:buNone/>
              <a:defRPr>
                <a:solidFill>
                  <a:schemeClr val="accent1"/>
                </a:solidFill>
              </a:defRPr>
            </a:lvl5pPr>
            <a:lvl6pPr lvl="5">
              <a:spcBef>
                <a:spcPts val="0"/>
              </a:spcBef>
              <a:spcAft>
                <a:spcPts val="0"/>
              </a:spcAft>
              <a:buClr>
                <a:schemeClr val="accent1"/>
              </a:buClr>
              <a:buSzPts val="3000"/>
              <a:buNone/>
              <a:defRPr>
                <a:solidFill>
                  <a:schemeClr val="accent1"/>
                </a:solidFill>
              </a:defRPr>
            </a:lvl6pPr>
            <a:lvl7pPr lvl="6">
              <a:spcBef>
                <a:spcPts val="0"/>
              </a:spcBef>
              <a:spcAft>
                <a:spcPts val="0"/>
              </a:spcAft>
              <a:buClr>
                <a:schemeClr val="accent1"/>
              </a:buClr>
              <a:buSzPts val="3000"/>
              <a:buNone/>
              <a:defRPr>
                <a:solidFill>
                  <a:schemeClr val="accent1"/>
                </a:solidFill>
              </a:defRPr>
            </a:lvl7pPr>
            <a:lvl8pPr lvl="7">
              <a:spcBef>
                <a:spcPts val="0"/>
              </a:spcBef>
              <a:spcAft>
                <a:spcPts val="0"/>
              </a:spcAft>
              <a:buClr>
                <a:schemeClr val="accent1"/>
              </a:buClr>
              <a:buSzPts val="3000"/>
              <a:buNone/>
              <a:defRPr>
                <a:solidFill>
                  <a:schemeClr val="accent1"/>
                </a:solidFill>
              </a:defRPr>
            </a:lvl8pPr>
            <a:lvl9pPr lvl="8">
              <a:spcBef>
                <a:spcPts val="0"/>
              </a:spcBef>
              <a:spcAft>
                <a:spcPts val="0"/>
              </a:spcAft>
              <a:buClr>
                <a:schemeClr val="accent1"/>
              </a:buClr>
              <a:buSzPts val="3000"/>
              <a:buNone/>
              <a:defRPr>
                <a:solidFill>
                  <a:schemeClr val="accent1"/>
                </a:solidFill>
              </a:defRPr>
            </a:lvl9pPr>
          </a:lstStyle>
          <a:p>
            <a:endParaRPr/>
          </a:p>
        </p:txBody>
      </p:sp>
      <p:sp>
        <p:nvSpPr>
          <p:cNvPr id="592" name="Google Shape;592;p13"/>
          <p:cNvSpPr txBox="1">
            <a:spLocks noGrp="1"/>
          </p:cNvSpPr>
          <p:nvPr>
            <p:ph type="title" idx="2" hasCustomPrompt="1"/>
          </p:nvPr>
        </p:nvSpPr>
        <p:spPr>
          <a:xfrm>
            <a:off x="614619" y="12952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593" name="Google Shape;593;p13"/>
          <p:cNvSpPr txBox="1">
            <a:spLocks noGrp="1"/>
          </p:cNvSpPr>
          <p:nvPr>
            <p:ph type="title" idx="3"/>
          </p:nvPr>
        </p:nvSpPr>
        <p:spPr>
          <a:xfrm>
            <a:off x="614619" y="1662125"/>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594" name="Google Shape;594;p13"/>
          <p:cNvSpPr txBox="1">
            <a:spLocks noGrp="1"/>
          </p:cNvSpPr>
          <p:nvPr>
            <p:ph type="title" idx="4"/>
          </p:nvPr>
        </p:nvSpPr>
        <p:spPr>
          <a:xfrm>
            <a:off x="614619" y="2068066"/>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595" name="Google Shape;595;p13"/>
          <p:cNvSpPr txBox="1">
            <a:spLocks noGrp="1"/>
          </p:cNvSpPr>
          <p:nvPr>
            <p:ph type="title" idx="5" hasCustomPrompt="1"/>
          </p:nvPr>
        </p:nvSpPr>
        <p:spPr>
          <a:xfrm>
            <a:off x="3303675" y="12952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596" name="Google Shape;596;p13"/>
          <p:cNvSpPr txBox="1">
            <a:spLocks noGrp="1"/>
          </p:cNvSpPr>
          <p:nvPr>
            <p:ph type="title" idx="6"/>
          </p:nvPr>
        </p:nvSpPr>
        <p:spPr>
          <a:xfrm>
            <a:off x="3303675" y="1662125"/>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597" name="Google Shape;597;p13"/>
          <p:cNvSpPr txBox="1">
            <a:spLocks noGrp="1"/>
          </p:cNvSpPr>
          <p:nvPr>
            <p:ph type="title" idx="7"/>
          </p:nvPr>
        </p:nvSpPr>
        <p:spPr>
          <a:xfrm>
            <a:off x="3303675" y="2068066"/>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598" name="Google Shape;598;p13"/>
          <p:cNvSpPr txBox="1">
            <a:spLocks noGrp="1"/>
          </p:cNvSpPr>
          <p:nvPr>
            <p:ph type="title" idx="8" hasCustomPrompt="1"/>
          </p:nvPr>
        </p:nvSpPr>
        <p:spPr>
          <a:xfrm>
            <a:off x="614619" y="28087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599" name="Google Shape;599;p13"/>
          <p:cNvSpPr txBox="1">
            <a:spLocks noGrp="1"/>
          </p:cNvSpPr>
          <p:nvPr>
            <p:ph type="title" idx="9"/>
          </p:nvPr>
        </p:nvSpPr>
        <p:spPr>
          <a:xfrm>
            <a:off x="614619" y="3175627"/>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600" name="Google Shape;600;p13"/>
          <p:cNvSpPr txBox="1">
            <a:spLocks noGrp="1"/>
          </p:cNvSpPr>
          <p:nvPr>
            <p:ph type="title" idx="13"/>
          </p:nvPr>
        </p:nvSpPr>
        <p:spPr>
          <a:xfrm>
            <a:off x="614619" y="3581572"/>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601" name="Google Shape;601;p13"/>
          <p:cNvSpPr txBox="1">
            <a:spLocks noGrp="1"/>
          </p:cNvSpPr>
          <p:nvPr>
            <p:ph type="title" idx="14" hasCustomPrompt="1"/>
          </p:nvPr>
        </p:nvSpPr>
        <p:spPr>
          <a:xfrm>
            <a:off x="3303675" y="28087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02" name="Google Shape;602;p13"/>
          <p:cNvSpPr txBox="1">
            <a:spLocks noGrp="1"/>
          </p:cNvSpPr>
          <p:nvPr>
            <p:ph type="title" idx="15"/>
          </p:nvPr>
        </p:nvSpPr>
        <p:spPr>
          <a:xfrm>
            <a:off x="3303675" y="3175627"/>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603" name="Google Shape;603;p13"/>
          <p:cNvSpPr txBox="1">
            <a:spLocks noGrp="1"/>
          </p:cNvSpPr>
          <p:nvPr>
            <p:ph type="title" idx="16"/>
          </p:nvPr>
        </p:nvSpPr>
        <p:spPr>
          <a:xfrm>
            <a:off x="3303675" y="3581572"/>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604" name="Google Shape;604;p13"/>
          <p:cNvSpPr txBox="1">
            <a:spLocks noGrp="1"/>
          </p:cNvSpPr>
          <p:nvPr>
            <p:ph type="title" idx="17" hasCustomPrompt="1"/>
          </p:nvPr>
        </p:nvSpPr>
        <p:spPr>
          <a:xfrm>
            <a:off x="6045975" y="12952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05" name="Google Shape;605;p13"/>
          <p:cNvSpPr txBox="1">
            <a:spLocks noGrp="1"/>
          </p:cNvSpPr>
          <p:nvPr>
            <p:ph type="title" idx="18"/>
          </p:nvPr>
        </p:nvSpPr>
        <p:spPr>
          <a:xfrm>
            <a:off x="6045975" y="1662125"/>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606" name="Google Shape;606;p13"/>
          <p:cNvSpPr txBox="1">
            <a:spLocks noGrp="1"/>
          </p:cNvSpPr>
          <p:nvPr>
            <p:ph type="title" idx="19"/>
          </p:nvPr>
        </p:nvSpPr>
        <p:spPr>
          <a:xfrm>
            <a:off x="6045975" y="2068066"/>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607" name="Google Shape;607;p13"/>
          <p:cNvSpPr txBox="1">
            <a:spLocks noGrp="1"/>
          </p:cNvSpPr>
          <p:nvPr>
            <p:ph type="title" idx="20" hasCustomPrompt="1"/>
          </p:nvPr>
        </p:nvSpPr>
        <p:spPr>
          <a:xfrm>
            <a:off x="6045975" y="2808700"/>
            <a:ext cx="8271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08" name="Google Shape;608;p13"/>
          <p:cNvSpPr txBox="1">
            <a:spLocks noGrp="1"/>
          </p:cNvSpPr>
          <p:nvPr>
            <p:ph type="title" idx="21"/>
          </p:nvPr>
        </p:nvSpPr>
        <p:spPr>
          <a:xfrm>
            <a:off x="6045975" y="3175625"/>
            <a:ext cx="255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609" name="Google Shape;609;p13"/>
          <p:cNvSpPr txBox="1">
            <a:spLocks noGrp="1"/>
          </p:cNvSpPr>
          <p:nvPr>
            <p:ph type="title" idx="22"/>
          </p:nvPr>
        </p:nvSpPr>
        <p:spPr>
          <a:xfrm>
            <a:off x="6045975" y="3581572"/>
            <a:ext cx="24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DM Sans"/>
                <a:ea typeface="DM Sans"/>
                <a:cs typeface="DM Sans"/>
                <a:sym typeface="DM Sans"/>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1">
    <p:bg>
      <p:bgPr>
        <a:gradFill>
          <a:gsLst>
            <a:gs pos="0">
              <a:schemeClr val="lt1"/>
            </a:gs>
            <a:gs pos="100000">
              <a:schemeClr val="lt2"/>
            </a:gs>
          </a:gsLst>
          <a:lin ang="10801400" scaled="0"/>
        </a:gradFill>
        <a:effectLst/>
      </p:bgPr>
    </p:bg>
    <p:spTree>
      <p:nvGrpSpPr>
        <p:cNvPr id="1" name="Shape 610"/>
        <p:cNvGrpSpPr/>
        <p:nvPr/>
      </p:nvGrpSpPr>
      <p:grpSpPr>
        <a:xfrm>
          <a:off x="0" y="0"/>
          <a:ext cx="0" cy="0"/>
          <a:chOff x="0" y="0"/>
          <a:chExt cx="0" cy="0"/>
        </a:xfrm>
      </p:grpSpPr>
      <p:grpSp>
        <p:nvGrpSpPr>
          <p:cNvPr id="611" name="Google Shape;611;p14"/>
          <p:cNvGrpSpPr/>
          <p:nvPr/>
        </p:nvGrpSpPr>
        <p:grpSpPr>
          <a:xfrm>
            <a:off x="-3589387" y="-2483876"/>
            <a:ext cx="17134072" cy="8950347"/>
            <a:chOff x="-3589387" y="-2483876"/>
            <a:chExt cx="17134072" cy="8950347"/>
          </a:xfrm>
        </p:grpSpPr>
        <p:grpSp>
          <p:nvGrpSpPr>
            <p:cNvPr id="612" name="Google Shape;612;p14"/>
            <p:cNvGrpSpPr/>
            <p:nvPr/>
          </p:nvGrpSpPr>
          <p:grpSpPr>
            <a:xfrm rot="-8100000" flipH="1">
              <a:off x="8264809" y="1186616"/>
              <a:ext cx="4374003" cy="4373963"/>
              <a:chOff x="2499100" y="1489300"/>
              <a:chExt cx="2736100" cy="2736075"/>
            </a:xfrm>
          </p:grpSpPr>
          <p:sp>
            <p:nvSpPr>
              <p:cNvPr id="613" name="Google Shape;613;p14"/>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4"/>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4"/>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4"/>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4"/>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4"/>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4"/>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4"/>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4"/>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4"/>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4"/>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4"/>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4"/>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4"/>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4"/>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4"/>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4"/>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4"/>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4"/>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4"/>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4"/>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4"/>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4"/>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4"/>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4"/>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4"/>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4"/>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4"/>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 name="Google Shape;641;p14"/>
            <p:cNvGrpSpPr/>
            <p:nvPr/>
          </p:nvGrpSpPr>
          <p:grpSpPr>
            <a:xfrm rot="-8100000" flipH="1">
              <a:off x="-2683516" y="-1577984"/>
              <a:ext cx="4374003" cy="4373963"/>
              <a:chOff x="2499100" y="1489300"/>
              <a:chExt cx="2736100" cy="2736075"/>
            </a:xfrm>
          </p:grpSpPr>
          <p:sp>
            <p:nvSpPr>
              <p:cNvPr id="642" name="Google Shape;642;p14"/>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4"/>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4"/>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4"/>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4"/>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4"/>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4"/>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4"/>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4"/>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4"/>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4"/>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4"/>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4"/>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4"/>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4"/>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4"/>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4"/>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0" name="Google Shape;670;p14"/>
            <p:cNvSpPr/>
            <p:nvPr/>
          </p:nvSpPr>
          <p:spPr>
            <a:xfrm rot="-2250177" flipH="1">
              <a:off x="-2659108" y="477180"/>
              <a:ext cx="4410912" cy="1267008"/>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4"/>
            <p:cNvSpPr/>
            <p:nvPr/>
          </p:nvSpPr>
          <p:spPr>
            <a:xfrm>
              <a:off x="6682050" y="3232250"/>
              <a:ext cx="3497096" cy="1788315"/>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2" name="Google Shape;672;p14"/>
          <p:cNvSpPr txBox="1">
            <a:spLocks noGrp="1"/>
          </p:cNvSpPr>
          <p:nvPr>
            <p:ph type="title"/>
          </p:nvPr>
        </p:nvSpPr>
        <p:spPr>
          <a:xfrm>
            <a:off x="2487675" y="3155025"/>
            <a:ext cx="41685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000"/>
              <a:buNone/>
              <a:defRPr sz="1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73" name="Google Shape;673;p14"/>
          <p:cNvSpPr txBox="1">
            <a:spLocks noGrp="1"/>
          </p:cNvSpPr>
          <p:nvPr>
            <p:ph type="title" idx="2"/>
          </p:nvPr>
        </p:nvSpPr>
        <p:spPr>
          <a:xfrm>
            <a:off x="1681675" y="1700250"/>
            <a:ext cx="5780700" cy="15906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100"/>
              <a:buFont typeface="DM Sans"/>
              <a:buNone/>
              <a:defRPr sz="2500" b="0">
                <a:solidFill>
                  <a:schemeClr val="dk2"/>
                </a:solidFill>
                <a:latin typeface="DM Sans"/>
                <a:ea typeface="DM Sans"/>
                <a:cs typeface="DM Sans"/>
                <a:sym typeface="DM Sans"/>
              </a:defRPr>
            </a:lvl1pPr>
            <a:lvl2pPr lvl="1" rtl="0">
              <a:spcBef>
                <a:spcPts val="0"/>
              </a:spcBef>
              <a:spcAft>
                <a:spcPts val="0"/>
              </a:spcAft>
              <a:buSzPts val="3100"/>
              <a:buFont typeface="DM Sans"/>
              <a:buNone/>
              <a:defRPr sz="3100" b="0">
                <a:latin typeface="DM Sans"/>
                <a:ea typeface="DM Sans"/>
                <a:cs typeface="DM Sans"/>
                <a:sym typeface="DM Sans"/>
              </a:defRPr>
            </a:lvl2pPr>
            <a:lvl3pPr lvl="2" rtl="0">
              <a:spcBef>
                <a:spcPts val="0"/>
              </a:spcBef>
              <a:spcAft>
                <a:spcPts val="0"/>
              </a:spcAft>
              <a:buSzPts val="3100"/>
              <a:buFont typeface="DM Sans"/>
              <a:buNone/>
              <a:defRPr sz="3100" b="0">
                <a:latin typeface="DM Sans"/>
                <a:ea typeface="DM Sans"/>
                <a:cs typeface="DM Sans"/>
                <a:sym typeface="DM Sans"/>
              </a:defRPr>
            </a:lvl3pPr>
            <a:lvl4pPr lvl="3" rtl="0">
              <a:spcBef>
                <a:spcPts val="0"/>
              </a:spcBef>
              <a:spcAft>
                <a:spcPts val="0"/>
              </a:spcAft>
              <a:buSzPts val="3100"/>
              <a:buFont typeface="DM Sans"/>
              <a:buNone/>
              <a:defRPr sz="3100" b="0">
                <a:latin typeface="DM Sans"/>
                <a:ea typeface="DM Sans"/>
                <a:cs typeface="DM Sans"/>
                <a:sym typeface="DM Sans"/>
              </a:defRPr>
            </a:lvl4pPr>
            <a:lvl5pPr lvl="4" rtl="0">
              <a:spcBef>
                <a:spcPts val="0"/>
              </a:spcBef>
              <a:spcAft>
                <a:spcPts val="0"/>
              </a:spcAft>
              <a:buSzPts val="3100"/>
              <a:buFont typeface="DM Sans"/>
              <a:buNone/>
              <a:defRPr sz="3100" b="0">
                <a:latin typeface="DM Sans"/>
                <a:ea typeface="DM Sans"/>
                <a:cs typeface="DM Sans"/>
                <a:sym typeface="DM Sans"/>
              </a:defRPr>
            </a:lvl5pPr>
            <a:lvl6pPr lvl="5" rtl="0">
              <a:spcBef>
                <a:spcPts val="0"/>
              </a:spcBef>
              <a:spcAft>
                <a:spcPts val="0"/>
              </a:spcAft>
              <a:buSzPts val="3100"/>
              <a:buFont typeface="DM Sans"/>
              <a:buNone/>
              <a:defRPr sz="3100" b="0">
                <a:latin typeface="DM Sans"/>
                <a:ea typeface="DM Sans"/>
                <a:cs typeface="DM Sans"/>
                <a:sym typeface="DM Sans"/>
              </a:defRPr>
            </a:lvl6pPr>
            <a:lvl7pPr lvl="6" rtl="0">
              <a:spcBef>
                <a:spcPts val="0"/>
              </a:spcBef>
              <a:spcAft>
                <a:spcPts val="0"/>
              </a:spcAft>
              <a:buSzPts val="3100"/>
              <a:buFont typeface="DM Sans"/>
              <a:buNone/>
              <a:defRPr sz="3100" b="0">
                <a:latin typeface="DM Sans"/>
                <a:ea typeface="DM Sans"/>
                <a:cs typeface="DM Sans"/>
                <a:sym typeface="DM Sans"/>
              </a:defRPr>
            </a:lvl7pPr>
            <a:lvl8pPr lvl="7" rtl="0">
              <a:spcBef>
                <a:spcPts val="0"/>
              </a:spcBef>
              <a:spcAft>
                <a:spcPts val="0"/>
              </a:spcAft>
              <a:buSzPts val="3100"/>
              <a:buFont typeface="DM Sans"/>
              <a:buNone/>
              <a:defRPr sz="3100" b="0">
                <a:latin typeface="DM Sans"/>
                <a:ea typeface="DM Sans"/>
                <a:cs typeface="DM Sans"/>
                <a:sym typeface="DM Sans"/>
              </a:defRPr>
            </a:lvl8pPr>
            <a:lvl9pPr lvl="8" rtl="0">
              <a:spcBef>
                <a:spcPts val="0"/>
              </a:spcBef>
              <a:spcAft>
                <a:spcPts val="0"/>
              </a:spcAft>
              <a:buSzPts val="3100"/>
              <a:buFont typeface="DM Sans"/>
              <a:buNone/>
              <a:defRPr sz="3100" b="0">
                <a:latin typeface="DM Sans"/>
                <a:ea typeface="DM Sans"/>
                <a:cs typeface="DM Sans"/>
                <a:sym typeface="DM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CUSTOM_7">
    <p:bg>
      <p:bgPr>
        <a:gradFill>
          <a:gsLst>
            <a:gs pos="0">
              <a:schemeClr val="lt1"/>
            </a:gs>
            <a:gs pos="100000">
              <a:schemeClr val="lt2"/>
            </a:gs>
          </a:gsLst>
          <a:lin ang="10800025" scaled="0"/>
        </a:gradFill>
        <a:effectLst/>
      </p:bgPr>
    </p:bg>
    <p:spTree>
      <p:nvGrpSpPr>
        <p:cNvPr id="1" name="Shape 674"/>
        <p:cNvGrpSpPr/>
        <p:nvPr/>
      </p:nvGrpSpPr>
      <p:grpSpPr>
        <a:xfrm>
          <a:off x="0" y="0"/>
          <a:ext cx="0" cy="0"/>
          <a:chOff x="0" y="0"/>
          <a:chExt cx="0" cy="0"/>
        </a:xfrm>
      </p:grpSpPr>
      <p:sp>
        <p:nvSpPr>
          <p:cNvPr id="675" name="Google Shape;675;p15"/>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3000"/>
              <a:buNone/>
              <a:defRPr>
                <a:solidFill>
                  <a:schemeClr val="accent2"/>
                </a:solidFill>
              </a:defRPr>
            </a:lvl1pPr>
            <a:lvl2pPr lvl="1" rtl="0">
              <a:spcBef>
                <a:spcPts val="0"/>
              </a:spcBef>
              <a:spcAft>
                <a:spcPts val="0"/>
              </a:spcAft>
              <a:buClr>
                <a:schemeClr val="accent6"/>
              </a:buClr>
              <a:buSzPts val="3000"/>
              <a:buNone/>
              <a:defRPr>
                <a:solidFill>
                  <a:schemeClr val="accent6"/>
                </a:solidFill>
              </a:defRPr>
            </a:lvl2pPr>
            <a:lvl3pPr lvl="2" rtl="0">
              <a:spcBef>
                <a:spcPts val="0"/>
              </a:spcBef>
              <a:spcAft>
                <a:spcPts val="0"/>
              </a:spcAft>
              <a:buClr>
                <a:schemeClr val="accent6"/>
              </a:buClr>
              <a:buSzPts val="3000"/>
              <a:buNone/>
              <a:defRPr>
                <a:solidFill>
                  <a:schemeClr val="accent6"/>
                </a:solidFill>
              </a:defRPr>
            </a:lvl3pPr>
            <a:lvl4pPr lvl="3" rtl="0">
              <a:spcBef>
                <a:spcPts val="0"/>
              </a:spcBef>
              <a:spcAft>
                <a:spcPts val="0"/>
              </a:spcAft>
              <a:buClr>
                <a:schemeClr val="accent6"/>
              </a:buClr>
              <a:buSzPts val="3000"/>
              <a:buNone/>
              <a:defRPr>
                <a:solidFill>
                  <a:schemeClr val="accent6"/>
                </a:solidFill>
              </a:defRPr>
            </a:lvl4pPr>
            <a:lvl5pPr lvl="4" rtl="0">
              <a:spcBef>
                <a:spcPts val="0"/>
              </a:spcBef>
              <a:spcAft>
                <a:spcPts val="0"/>
              </a:spcAft>
              <a:buClr>
                <a:schemeClr val="accent6"/>
              </a:buClr>
              <a:buSzPts val="3000"/>
              <a:buNone/>
              <a:defRPr>
                <a:solidFill>
                  <a:schemeClr val="accent6"/>
                </a:solidFill>
              </a:defRPr>
            </a:lvl5pPr>
            <a:lvl6pPr lvl="5" rtl="0">
              <a:spcBef>
                <a:spcPts val="0"/>
              </a:spcBef>
              <a:spcAft>
                <a:spcPts val="0"/>
              </a:spcAft>
              <a:buClr>
                <a:schemeClr val="accent6"/>
              </a:buClr>
              <a:buSzPts val="3000"/>
              <a:buNone/>
              <a:defRPr>
                <a:solidFill>
                  <a:schemeClr val="accent6"/>
                </a:solidFill>
              </a:defRPr>
            </a:lvl6pPr>
            <a:lvl7pPr lvl="6" rtl="0">
              <a:spcBef>
                <a:spcPts val="0"/>
              </a:spcBef>
              <a:spcAft>
                <a:spcPts val="0"/>
              </a:spcAft>
              <a:buClr>
                <a:schemeClr val="accent6"/>
              </a:buClr>
              <a:buSzPts val="3000"/>
              <a:buNone/>
              <a:defRPr>
                <a:solidFill>
                  <a:schemeClr val="accent6"/>
                </a:solidFill>
              </a:defRPr>
            </a:lvl7pPr>
            <a:lvl8pPr lvl="7" rtl="0">
              <a:spcBef>
                <a:spcPts val="0"/>
              </a:spcBef>
              <a:spcAft>
                <a:spcPts val="0"/>
              </a:spcAft>
              <a:buClr>
                <a:schemeClr val="accent6"/>
              </a:buClr>
              <a:buSzPts val="3000"/>
              <a:buNone/>
              <a:defRPr>
                <a:solidFill>
                  <a:schemeClr val="accent6"/>
                </a:solidFill>
              </a:defRPr>
            </a:lvl8pPr>
            <a:lvl9pPr lvl="8" rtl="0">
              <a:spcBef>
                <a:spcPts val="0"/>
              </a:spcBef>
              <a:spcAft>
                <a:spcPts val="0"/>
              </a:spcAft>
              <a:buClr>
                <a:schemeClr val="accent6"/>
              </a:buClr>
              <a:buSzPts val="3000"/>
              <a:buNone/>
              <a:defRPr>
                <a:solidFill>
                  <a:schemeClr val="accent6"/>
                </a:solidFill>
              </a:defRPr>
            </a:lvl9pPr>
          </a:lstStyle>
          <a:p>
            <a:endParaRPr/>
          </a:p>
        </p:txBody>
      </p:sp>
      <p:grpSp>
        <p:nvGrpSpPr>
          <p:cNvPr id="676" name="Google Shape;676;p15"/>
          <p:cNvGrpSpPr/>
          <p:nvPr/>
        </p:nvGrpSpPr>
        <p:grpSpPr>
          <a:xfrm>
            <a:off x="-2404150" y="-4190619"/>
            <a:ext cx="14684463" cy="13151515"/>
            <a:chOff x="-2404150" y="-4190619"/>
            <a:chExt cx="14684463" cy="13151515"/>
          </a:xfrm>
        </p:grpSpPr>
        <p:grpSp>
          <p:nvGrpSpPr>
            <p:cNvPr id="677" name="Google Shape;677;p15"/>
            <p:cNvGrpSpPr/>
            <p:nvPr/>
          </p:nvGrpSpPr>
          <p:grpSpPr>
            <a:xfrm rot="-5400000">
              <a:off x="-2404169" y="4587261"/>
              <a:ext cx="4373656" cy="4373616"/>
              <a:chOff x="2499100" y="1489300"/>
              <a:chExt cx="2736100" cy="2736075"/>
            </a:xfrm>
          </p:grpSpPr>
          <p:sp>
            <p:nvSpPr>
              <p:cNvPr id="678" name="Google Shape;678;p15"/>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5"/>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5"/>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5"/>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5"/>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5"/>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5"/>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5"/>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5"/>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5"/>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5"/>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706;p15"/>
            <p:cNvGrpSpPr/>
            <p:nvPr/>
          </p:nvGrpSpPr>
          <p:grpSpPr>
            <a:xfrm rot="-6299972">
              <a:off x="7415325" y="-3699149"/>
              <a:ext cx="4373554" cy="4373514"/>
              <a:chOff x="2499100" y="1489300"/>
              <a:chExt cx="2736100" cy="2736075"/>
            </a:xfrm>
          </p:grpSpPr>
          <p:sp>
            <p:nvSpPr>
              <p:cNvPr id="707" name="Google Shape;707;p15"/>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5"/>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5"/>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5"/>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5"/>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5"/>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5"/>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5"/>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5"/>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5"/>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5"/>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5"/>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5"/>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5"/>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5"/>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5"/>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5"/>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5"/>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5"/>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5"/>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5"/>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5"/>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5"/>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5"/>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5"/>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5"/>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 name="Google Shape;735;p15"/>
            <p:cNvSpPr/>
            <p:nvPr/>
          </p:nvSpPr>
          <p:spPr>
            <a:xfrm flipH="1">
              <a:off x="-1642182" y="236039"/>
              <a:ext cx="3226693" cy="838266"/>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5"/>
            <p:cNvSpPr/>
            <p:nvPr/>
          </p:nvSpPr>
          <p:spPr>
            <a:xfrm>
              <a:off x="7884621"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4">
  <p:cSld name="CUSTOM_7_1_1">
    <p:bg>
      <p:bgPr>
        <a:gradFill>
          <a:gsLst>
            <a:gs pos="0">
              <a:schemeClr val="lt1"/>
            </a:gs>
            <a:gs pos="100000">
              <a:schemeClr val="lt2"/>
            </a:gs>
          </a:gsLst>
          <a:lin ang="10800025" scaled="0"/>
        </a:gradFill>
        <a:effectLst/>
      </p:bgPr>
    </p:bg>
    <p:spTree>
      <p:nvGrpSpPr>
        <p:cNvPr id="1" name="Shape 800"/>
        <p:cNvGrpSpPr/>
        <p:nvPr/>
      </p:nvGrpSpPr>
      <p:grpSpPr>
        <a:xfrm>
          <a:off x="0" y="0"/>
          <a:ext cx="0" cy="0"/>
          <a:chOff x="0" y="0"/>
          <a:chExt cx="0" cy="0"/>
        </a:xfrm>
      </p:grpSpPr>
      <p:sp>
        <p:nvSpPr>
          <p:cNvPr id="801" name="Google Shape;801;p17"/>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3000"/>
              <a:buNone/>
              <a:defRPr>
                <a:solidFill>
                  <a:schemeClr val="accent2"/>
                </a:solidFill>
              </a:defRPr>
            </a:lvl1pPr>
            <a:lvl2pPr lvl="1" rtl="0">
              <a:spcBef>
                <a:spcPts val="0"/>
              </a:spcBef>
              <a:spcAft>
                <a:spcPts val="0"/>
              </a:spcAft>
              <a:buClr>
                <a:schemeClr val="accent6"/>
              </a:buClr>
              <a:buSzPts val="3000"/>
              <a:buNone/>
              <a:defRPr>
                <a:solidFill>
                  <a:schemeClr val="accent6"/>
                </a:solidFill>
              </a:defRPr>
            </a:lvl2pPr>
            <a:lvl3pPr lvl="2" rtl="0">
              <a:spcBef>
                <a:spcPts val="0"/>
              </a:spcBef>
              <a:spcAft>
                <a:spcPts val="0"/>
              </a:spcAft>
              <a:buClr>
                <a:schemeClr val="accent6"/>
              </a:buClr>
              <a:buSzPts val="3000"/>
              <a:buNone/>
              <a:defRPr>
                <a:solidFill>
                  <a:schemeClr val="accent6"/>
                </a:solidFill>
              </a:defRPr>
            </a:lvl3pPr>
            <a:lvl4pPr lvl="3" rtl="0">
              <a:spcBef>
                <a:spcPts val="0"/>
              </a:spcBef>
              <a:spcAft>
                <a:spcPts val="0"/>
              </a:spcAft>
              <a:buClr>
                <a:schemeClr val="accent6"/>
              </a:buClr>
              <a:buSzPts val="3000"/>
              <a:buNone/>
              <a:defRPr>
                <a:solidFill>
                  <a:schemeClr val="accent6"/>
                </a:solidFill>
              </a:defRPr>
            </a:lvl4pPr>
            <a:lvl5pPr lvl="4" rtl="0">
              <a:spcBef>
                <a:spcPts val="0"/>
              </a:spcBef>
              <a:spcAft>
                <a:spcPts val="0"/>
              </a:spcAft>
              <a:buClr>
                <a:schemeClr val="accent6"/>
              </a:buClr>
              <a:buSzPts val="3000"/>
              <a:buNone/>
              <a:defRPr>
                <a:solidFill>
                  <a:schemeClr val="accent6"/>
                </a:solidFill>
              </a:defRPr>
            </a:lvl5pPr>
            <a:lvl6pPr lvl="5" rtl="0">
              <a:spcBef>
                <a:spcPts val="0"/>
              </a:spcBef>
              <a:spcAft>
                <a:spcPts val="0"/>
              </a:spcAft>
              <a:buClr>
                <a:schemeClr val="accent6"/>
              </a:buClr>
              <a:buSzPts val="3000"/>
              <a:buNone/>
              <a:defRPr>
                <a:solidFill>
                  <a:schemeClr val="accent6"/>
                </a:solidFill>
              </a:defRPr>
            </a:lvl6pPr>
            <a:lvl7pPr lvl="6" rtl="0">
              <a:spcBef>
                <a:spcPts val="0"/>
              </a:spcBef>
              <a:spcAft>
                <a:spcPts val="0"/>
              </a:spcAft>
              <a:buClr>
                <a:schemeClr val="accent6"/>
              </a:buClr>
              <a:buSzPts val="3000"/>
              <a:buNone/>
              <a:defRPr>
                <a:solidFill>
                  <a:schemeClr val="accent6"/>
                </a:solidFill>
              </a:defRPr>
            </a:lvl7pPr>
            <a:lvl8pPr lvl="7" rtl="0">
              <a:spcBef>
                <a:spcPts val="0"/>
              </a:spcBef>
              <a:spcAft>
                <a:spcPts val="0"/>
              </a:spcAft>
              <a:buClr>
                <a:schemeClr val="accent6"/>
              </a:buClr>
              <a:buSzPts val="3000"/>
              <a:buNone/>
              <a:defRPr>
                <a:solidFill>
                  <a:schemeClr val="accent6"/>
                </a:solidFill>
              </a:defRPr>
            </a:lvl8pPr>
            <a:lvl9pPr lvl="8" rtl="0">
              <a:spcBef>
                <a:spcPts val="0"/>
              </a:spcBef>
              <a:spcAft>
                <a:spcPts val="0"/>
              </a:spcAft>
              <a:buClr>
                <a:schemeClr val="accent6"/>
              </a:buClr>
              <a:buSzPts val="3000"/>
              <a:buNone/>
              <a:defRPr>
                <a:solidFill>
                  <a:schemeClr val="accent6"/>
                </a:solidFill>
              </a:defRPr>
            </a:lvl9pPr>
          </a:lstStyle>
          <a:p>
            <a:endParaRPr/>
          </a:p>
        </p:txBody>
      </p:sp>
      <p:grpSp>
        <p:nvGrpSpPr>
          <p:cNvPr id="802" name="Google Shape;802;p17"/>
          <p:cNvGrpSpPr/>
          <p:nvPr/>
        </p:nvGrpSpPr>
        <p:grpSpPr>
          <a:xfrm>
            <a:off x="-3885395" y="-4516423"/>
            <a:ext cx="16381577" cy="13560851"/>
            <a:chOff x="-3885395" y="-4516423"/>
            <a:chExt cx="16381577" cy="13560851"/>
          </a:xfrm>
        </p:grpSpPr>
        <p:sp>
          <p:nvSpPr>
            <p:cNvPr id="803" name="Google Shape;803;p17"/>
            <p:cNvSpPr/>
            <p:nvPr/>
          </p:nvSpPr>
          <p:spPr>
            <a:xfrm rot="243564">
              <a:off x="-1390798"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7859125" y="3772275"/>
              <a:ext cx="4258019" cy="1223091"/>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17"/>
            <p:cNvGrpSpPr/>
            <p:nvPr/>
          </p:nvGrpSpPr>
          <p:grpSpPr>
            <a:xfrm rot="-6582615">
              <a:off x="7513280" y="-3907016"/>
              <a:ext cx="4373527" cy="4373487"/>
              <a:chOff x="2499100" y="1489300"/>
              <a:chExt cx="2736100" cy="2736075"/>
            </a:xfrm>
          </p:grpSpPr>
          <p:sp>
            <p:nvSpPr>
              <p:cNvPr id="806" name="Google Shape;806;p17"/>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7"/>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7"/>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7"/>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7"/>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7"/>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7"/>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7"/>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7"/>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7"/>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7"/>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7"/>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 name="Google Shape;834;p17"/>
            <p:cNvGrpSpPr/>
            <p:nvPr/>
          </p:nvGrpSpPr>
          <p:grpSpPr>
            <a:xfrm rot="-6582615">
              <a:off x="-3276020" y="4061534"/>
              <a:ext cx="4373527" cy="4373487"/>
              <a:chOff x="2499100" y="1489300"/>
              <a:chExt cx="2736100" cy="2736075"/>
            </a:xfrm>
          </p:grpSpPr>
          <p:sp>
            <p:nvSpPr>
              <p:cNvPr id="835" name="Google Shape;835;p17"/>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7"/>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7"/>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7"/>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7"/>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7"/>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7"/>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7"/>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7"/>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7"/>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7"/>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7"/>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7"/>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7"/>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7"/>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7"/>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7"/>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7"/>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7"/>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7"/>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7"/>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7"/>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7"/>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7"/>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7"/>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7"/>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CUSTOM_10">
    <p:spTree>
      <p:nvGrpSpPr>
        <p:cNvPr id="1" name="Shape 863"/>
        <p:cNvGrpSpPr/>
        <p:nvPr/>
      </p:nvGrpSpPr>
      <p:grpSpPr>
        <a:xfrm>
          <a:off x="0" y="0"/>
          <a:ext cx="0" cy="0"/>
          <a:chOff x="0" y="0"/>
          <a:chExt cx="0" cy="0"/>
        </a:xfrm>
      </p:grpSpPr>
      <p:grpSp>
        <p:nvGrpSpPr>
          <p:cNvPr id="864" name="Google Shape;864;p18"/>
          <p:cNvGrpSpPr/>
          <p:nvPr/>
        </p:nvGrpSpPr>
        <p:grpSpPr>
          <a:xfrm>
            <a:off x="-4472162" y="-2553176"/>
            <a:ext cx="18456947" cy="8399872"/>
            <a:chOff x="-4472162" y="-2553176"/>
            <a:chExt cx="18456947" cy="8399872"/>
          </a:xfrm>
        </p:grpSpPr>
        <p:sp>
          <p:nvSpPr>
            <p:cNvPr id="865" name="Google Shape;865;p18"/>
            <p:cNvSpPr/>
            <p:nvPr/>
          </p:nvSpPr>
          <p:spPr>
            <a:xfrm>
              <a:off x="-2636575" y="3772275"/>
              <a:ext cx="4258019" cy="1223091"/>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6" name="Google Shape;866;p18"/>
            <p:cNvGrpSpPr/>
            <p:nvPr/>
          </p:nvGrpSpPr>
          <p:grpSpPr>
            <a:xfrm rot="-2700000">
              <a:off x="-3566291" y="-1647284"/>
              <a:ext cx="4374003" cy="4373963"/>
              <a:chOff x="2499100" y="1489300"/>
              <a:chExt cx="2736100" cy="2736075"/>
            </a:xfrm>
          </p:grpSpPr>
          <p:sp>
            <p:nvSpPr>
              <p:cNvPr id="867" name="Google Shape;867;p18"/>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8"/>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8"/>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8"/>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8"/>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8"/>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8"/>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8"/>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8"/>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8"/>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8"/>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8"/>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8"/>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rot="-2700000">
              <a:off x="8704909" y="566841"/>
              <a:ext cx="4374003" cy="4373963"/>
              <a:chOff x="2499100" y="1489300"/>
              <a:chExt cx="2736100" cy="2736075"/>
            </a:xfrm>
          </p:grpSpPr>
          <p:sp>
            <p:nvSpPr>
              <p:cNvPr id="896" name="Google Shape;896;p18"/>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8"/>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8"/>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8"/>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8"/>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8"/>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8"/>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8"/>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8"/>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8"/>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8"/>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8"/>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8"/>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8"/>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8"/>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8"/>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8"/>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8"/>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4" name="Google Shape;924;p18"/>
            <p:cNvSpPr/>
            <p:nvPr/>
          </p:nvSpPr>
          <p:spPr>
            <a:xfrm rot="-3377265">
              <a:off x="7842003" y="2869976"/>
              <a:ext cx="2889210" cy="820463"/>
            </a:xfrm>
            <a:custGeom>
              <a:avLst/>
              <a:gdLst/>
              <a:ahLst/>
              <a:cxnLst/>
              <a:rect l="l" t="t" r="r" b="b"/>
              <a:pathLst>
                <a:path w="70140" h="19918" extrusionOk="0">
                  <a:moveTo>
                    <a:pt x="50549" y="3017"/>
                  </a:moveTo>
                  <a:cubicBezTo>
                    <a:pt x="50912" y="3017"/>
                    <a:pt x="51275" y="3027"/>
                    <a:pt x="51638" y="3046"/>
                  </a:cubicBezTo>
                  <a:cubicBezTo>
                    <a:pt x="52321" y="3104"/>
                    <a:pt x="52249" y="4096"/>
                    <a:pt x="51610" y="4096"/>
                  </a:cubicBezTo>
                  <a:cubicBezTo>
                    <a:pt x="51592" y="4096"/>
                    <a:pt x="51573" y="4095"/>
                    <a:pt x="51554" y="4094"/>
                  </a:cubicBezTo>
                  <a:cubicBezTo>
                    <a:pt x="51209" y="4074"/>
                    <a:pt x="50863" y="4065"/>
                    <a:pt x="50517" y="4065"/>
                  </a:cubicBezTo>
                  <a:cubicBezTo>
                    <a:pt x="48956" y="4065"/>
                    <a:pt x="47398" y="4261"/>
                    <a:pt x="45887" y="4641"/>
                  </a:cubicBezTo>
                  <a:cubicBezTo>
                    <a:pt x="45839" y="4653"/>
                    <a:pt x="45804" y="4653"/>
                    <a:pt x="45756" y="4653"/>
                  </a:cubicBezTo>
                  <a:cubicBezTo>
                    <a:pt x="45149" y="4653"/>
                    <a:pt x="45042" y="3784"/>
                    <a:pt x="45625" y="3629"/>
                  </a:cubicBezTo>
                  <a:cubicBezTo>
                    <a:pt x="47237" y="3219"/>
                    <a:pt x="48889" y="3017"/>
                    <a:pt x="50549" y="3017"/>
                  </a:cubicBezTo>
                  <a:close/>
                  <a:moveTo>
                    <a:pt x="2566" y="1103"/>
                  </a:moveTo>
                  <a:cubicBezTo>
                    <a:pt x="3211" y="1103"/>
                    <a:pt x="3700" y="1554"/>
                    <a:pt x="3763" y="1617"/>
                  </a:cubicBezTo>
                  <a:cubicBezTo>
                    <a:pt x="3965" y="1820"/>
                    <a:pt x="3965" y="2141"/>
                    <a:pt x="3763" y="2355"/>
                  </a:cubicBezTo>
                  <a:lnTo>
                    <a:pt x="3774" y="2355"/>
                  </a:lnTo>
                  <a:cubicBezTo>
                    <a:pt x="3672" y="2458"/>
                    <a:pt x="3535" y="2509"/>
                    <a:pt x="3399" y="2509"/>
                  </a:cubicBezTo>
                  <a:cubicBezTo>
                    <a:pt x="3267" y="2509"/>
                    <a:pt x="3136" y="2461"/>
                    <a:pt x="3036" y="2367"/>
                  </a:cubicBezTo>
                  <a:cubicBezTo>
                    <a:pt x="2950" y="2281"/>
                    <a:pt x="2737" y="2136"/>
                    <a:pt x="2565" y="2136"/>
                  </a:cubicBezTo>
                  <a:cubicBezTo>
                    <a:pt x="2547" y="2136"/>
                    <a:pt x="2529" y="2138"/>
                    <a:pt x="2512" y="2141"/>
                  </a:cubicBezTo>
                  <a:cubicBezTo>
                    <a:pt x="2358" y="2177"/>
                    <a:pt x="2179" y="2379"/>
                    <a:pt x="2048" y="2713"/>
                  </a:cubicBezTo>
                  <a:cubicBezTo>
                    <a:pt x="1846" y="3213"/>
                    <a:pt x="2417" y="5773"/>
                    <a:pt x="3084" y="7856"/>
                  </a:cubicBezTo>
                  <a:cubicBezTo>
                    <a:pt x="3167" y="8130"/>
                    <a:pt x="3024" y="8428"/>
                    <a:pt x="2751" y="8511"/>
                  </a:cubicBezTo>
                  <a:cubicBezTo>
                    <a:pt x="2691" y="8523"/>
                    <a:pt x="2643" y="8535"/>
                    <a:pt x="2584" y="8535"/>
                  </a:cubicBezTo>
                  <a:cubicBezTo>
                    <a:pt x="2358" y="8535"/>
                    <a:pt x="2155" y="8392"/>
                    <a:pt x="2096" y="8178"/>
                  </a:cubicBezTo>
                  <a:cubicBezTo>
                    <a:pt x="1738" y="7070"/>
                    <a:pt x="631" y="3415"/>
                    <a:pt x="1084" y="2320"/>
                  </a:cubicBezTo>
                  <a:cubicBezTo>
                    <a:pt x="1369" y="1629"/>
                    <a:pt x="1786" y="1224"/>
                    <a:pt x="2298" y="1129"/>
                  </a:cubicBezTo>
                  <a:cubicBezTo>
                    <a:pt x="2390" y="1111"/>
                    <a:pt x="2479" y="1103"/>
                    <a:pt x="2566" y="1103"/>
                  </a:cubicBezTo>
                  <a:close/>
                  <a:moveTo>
                    <a:pt x="65222" y="7121"/>
                  </a:moveTo>
                  <a:cubicBezTo>
                    <a:pt x="65289" y="7121"/>
                    <a:pt x="65361" y="7135"/>
                    <a:pt x="65437" y="7166"/>
                  </a:cubicBezTo>
                  <a:cubicBezTo>
                    <a:pt x="66044" y="7416"/>
                    <a:pt x="69092" y="8725"/>
                    <a:pt x="68866" y="10392"/>
                  </a:cubicBezTo>
                  <a:cubicBezTo>
                    <a:pt x="68699" y="11607"/>
                    <a:pt x="67568" y="12047"/>
                    <a:pt x="66997" y="12119"/>
                  </a:cubicBezTo>
                  <a:lnTo>
                    <a:pt x="66937" y="12119"/>
                  </a:lnTo>
                  <a:cubicBezTo>
                    <a:pt x="66925" y="12119"/>
                    <a:pt x="66914" y="12119"/>
                    <a:pt x="66903" y="12119"/>
                  </a:cubicBezTo>
                  <a:cubicBezTo>
                    <a:pt x="66245" y="12119"/>
                    <a:pt x="66199" y="11118"/>
                    <a:pt x="66878" y="11071"/>
                  </a:cubicBezTo>
                  <a:cubicBezTo>
                    <a:pt x="66961" y="11071"/>
                    <a:pt x="67747" y="10940"/>
                    <a:pt x="67842" y="10237"/>
                  </a:cubicBezTo>
                  <a:cubicBezTo>
                    <a:pt x="67913" y="9690"/>
                    <a:pt x="66437" y="8678"/>
                    <a:pt x="65056" y="8130"/>
                  </a:cubicBezTo>
                  <a:cubicBezTo>
                    <a:pt x="64478" y="7899"/>
                    <a:pt x="64716" y="7121"/>
                    <a:pt x="65222" y="7121"/>
                  </a:cubicBezTo>
                  <a:close/>
                  <a:moveTo>
                    <a:pt x="30572" y="12610"/>
                  </a:moveTo>
                  <a:cubicBezTo>
                    <a:pt x="31021" y="12610"/>
                    <a:pt x="31301" y="13242"/>
                    <a:pt x="30861" y="13559"/>
                  </a:cubicBezTo>
                  <a:lnTo>
                    <a:pt x="30861" y="13571"/>
                  </a:lnTo>
                  <a:cubicBezTo>
                    <a:pt x="30814" y="13595"/>
                    <a:pt x="29730" y="14226"/>
                    <a:pt x="27587" y="15083"/>
                  </a:cubicBezTo>
                  <a:cubicBezTo>
                    <a:pt x="26265" y="15583"/>
                    <a:pt x="24884" y="15905"/>
                    <a:pt x="23479" y="16036"/>
                  </a:cubicBezTo>
                  <a:lnTo>
                    <a:pt x="23432" y="16036"/>
                  </a:lnTo>
                  <a:cubicBezTo>
                    <a:pt x="23420" y="16036"/>
                    <a:pt x="23409" y="16037"/>
                    <a:pt x="23397" y="16037"/>
                  </a:cubicBezTo>
                  <a:cubicBezTo>
                    <a:pt x="22740" y="16037"/>
                    <a:pt x="22705" y="15023"/>
                    <a:pt x="23384" y="15000"/>
                  </a:cubicBezTo>
                  <a:cubicBezTo>
                    <a:pt x="24694" y="14869"/>
                    <a:pt x="25968" y="14559"/>
                    <a:pt x="27206" y="14107"/>
                  </a:cubicBezTo>
                  <a:cubicBezTo>
                    <a:pt x="29266" y="13285"/>
                    <a:pt x="30325" y="12666"/>
                    <a:pt x="30337" y="12666"/>
                  </a:cubicBezTo>
                  <a:cubicBezTo>
                    <a:pt x="30418" y="12627"/>
                    <a:pt x="30497" y="12610"/>
                    <a:pt x="30572" y="12610"/>
                  </a:cubicBezTo>
                  <a:close/>
                  <a:moveTo>
                    <a:pt x="2698" y="1"/>
                  </a:moveTo>
                  <a:cubicBezTo>
                    <a:pt x="2625" y="1"/>
                    <a:pt x="2551" y="4"/>
                    <a:pt x="2477" y="10"/>
                  </a:cubicBezTo>
                  <a:cubicBezTo>
                    <a:pt x="1048" y="141"/>
                    <a:pt x="0" y="1403"/>
                    <a:pt x="119" y="2820"/>
                  </a:cubicBezTo>
                  <a:cubicBezTo>
                    <a:pt x="393" y="5927"/>
                    <a:pt x="1703" y="13523"/>
                    <a:pt x="7942" y="17131"/>
                  </a:cubicBezTo>
                  <a:cubicBezTo>
                    <a:pt x="9918" y="18274"/>
                    <a:pt x="14395" y="19917"/>
                    <a:pt x="19824" y="19917"/>
                  </a:cubicBezTo>
                  <a:cubicBezTo>
                    <a:pt x="21789" y="19917"/>
                    <a:pt x="23741" y="19703"/>
                    <a:pt x="25646" y="19262"/>
                  </a:cubicBezTo>
                  <a:cubicBezTo>
                    <a:pt x="31945" y="17810"/>
                    <a:pt x="35683" y="15036"/>
                    <a:pt x="39303" y="12357"/>
                  </a:cubicBezTo>
                  <a:cubicBezTo>
                    <a:pt x="40493" y="11476"/>
                    <a:pt x="41720" y="10571"/>
                    <a:pt x="43041" y="9702"/>
                  </a:cubicBezTo>
                  <a:cubicBezTo>
                    <a:pt x="44249" y="8904"/>
                    <a:pt x="46735" y="7696"/>
                    <a:pt x="50740" y="7696"/>
                  </a:cubicBezTo>
                  <a:cubicBezTo>
                    <a:pt x="51157" y="7696"/>
                    <a:pt x="51591" y="7709"/>
                    <a:pt x="52042" y="7737"/>
                  </a:cubicBezTo>
                  <a:cubicBezTo>
                    <a:pt x="56448" y="8011"/>
                    <a:pt x="61186" y="9725"/>
                    <a:pt x="65770" y="12666"/>
                  </a:cubicBezTo>
                  <a:cubicBezTo>
                    <a:pt x="66204" y="12946"/>
                    <a:pt x="66693" y="13079"/>
                    <a:pt x="67176" y="13079"/>
                  </a:cubicBezTo>
                  <a:cubicBezTo>
                    <a:pt x="68032" y="13079"/>
                    <a:pt x="68871" y="12661"/>
                    <a:pt x="69366" y="11892"/>
                  </a:cubicBezTo>
                  <a:cubicBezTo>
                    <a:pt x="70140" y="10678"/>
                    <a:pt x="69795" y="9071"/>
                    <a:pt x="68592" y="8285"/>
                  </a:cubicBezTo>
                  <a:cubicBezTo>
                    <a:pt x="62037" y="4067"/>
                    <a:pt x="55925" y="2499"/>
                    <a:pt x="50823" y="2499"/>
                  </a:cubicBezTo>
                  <a:cubicBezTo>
                    <a:pt x="46389" y="2499"/>
                    <a:pt x="42719" y="3683"/>
                    <a:pt x="40184" y="5344"/>
                  </a:cubicBezTo>
                  <a:cubicBezTo>
                    <a:pt x="38743" y="6296"/>
                    <a:pt x="37445" y="7249"/>
                    <a:pt x="36207" y="8178"/>
                  </a:cubicBezTo>
                  <a:cubicBezTo>
                    <a:pt x="32719" y="10749"/>
                    <a:pt x="29706" y="12988"/>
                    <a:pt x="24468" y="14190"/>
                  </a:cubicBezTo>
                  <a:cubicBezTo>
                    <a:pt x="22835" y="14566"/>
                    <a:pt x="21257" y="14717"/>
                    <a:pt x="19781" y="14717"/>
                  </a:cubicBezTo>
                  <a:cubicBezTo>
                    <a:pt x="15313" y="14717"/>
                    <a:pt x="11784" y="13335"/>
                    <a:pt x="10549" y="12619"/>
                  </a:cubicBezTo>
                  <a:cubicBezTo>
                    <a:pt x="6310" y="10166"/>
                    <a:pt x="5465" y="4153"/>
                    <a:pt x="5298" y="2355"/>
                  </a:cubicBezTo>
                  <a:cubicBezTo>
                    <a:pt x="5174" y="1012"/>
                    <a:pt x="4033" y="1"/>
                    <a:pt x="26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8"/>
            <p:cNvSpPr/>
            <p:nvPr/>
          </p:nvSpPr>
          <p:spPr>
            <a:xfrm rot="9075473">
              <a:off x="7893498" y="-159014"/>
              <a:ext cx="2908477" cy="755529"/>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6" name="Google Shape;926;p18"/>
          <p:cNvSpPr txBox="1">
            <a:spLocks noGrp="1"/>
          </p:cNvSpPr>
          <p:nvPr>
            <p:ph type="title"/>
          </p:nvPr>
        </p:nvSpPr>
        <p:spPr>
          <a:xfrm>
            <a:off x="4978368" y="1413950"/>
            <a:ext cx="26982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927" name="Google Shape;927;p18"/>
          <p:cNvSpPr txBox="1">
            <a:spLocks noGrp="1"/>
          </p:cNvSpPr>
          <p:nvPr>
            <p:ph type="title" idx="2"/>
          </p:nvPr>
        </p:nvSpPr>
        <p:spPr>
          <a:xfrm>
            <a:off x="4978225" y="1945550"/>
            <a:ext cx="2698500" cy="22908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accent2"/>
              </a:buClr>
              <a:buSzPts val="1400"/>
              <a:buFont typeface="DM Sans"/>
              <a:buChar char="●"/>
              <a:defRPr sz="1400" b="0">
                <a:latin typeface="DM Sans"/>
                <a:ea typeface="DM Sans"/>
                <a:cs typeface="DM Sans"/>
                <a:sym typeface="DM Sans"/>
              </a:defRPr>
            </a:lvl1pPr>
            <a:lvl2pPr lvl="1" rtl="0">
              <a:spcBef>
                <a:spcPts val="1000"/>
              </a:spcBef>
              <a:spcAft>
                <a:spcPts val="0"/>
              </a:spcAft>
              <a:buSzPts val="1400"/>
              <a:buFont typeface="DM Sans"/>
              <a:buChar char="○"/>
              <a:defRPr sz="1400" b="0">
                <a:latin typeface="DM Sans"/>
                <a:ea typeface="DM Sans"/>
                <a:cs typeface="DM Sans"/>
                <a:sym typeface="DM Sans"/>
              </a:defRPr>
            </a:lvl2pPr>
            <a:lvl3pPr lvl="2" rtl="0">
              <a:spcBef>
                <a:spcPts val="0"/>
              </a:spcBef>
              <a:spcAft>
                <a:spcPts val="0"/>
              </a:spcAft>
              <a:buSzPts val="1400"/>
              <a:buFont typeface="DM Sans"/>
              <a:buChar char="■"/>
              <a:defRPr sz="1400" b="0">
                <a:latin typeface="DM Sans"/>
                <a:ea typeface="DM Sans"/>
                <a:cs typeface="DM Sans"/>
                <a:sym typeface="DM Sans"/>
              </a:defRPr>
            </a:lvl3pPr>
            <a:lvl4pPr lvl="3" rtl="0">
              <a:spcBef>
                <a:spcPts val="0"/>
              </a:spcBef>
              <a:spcAft>
                <a:spcPts val="0"/>
              </a:spcAft>
              <a:buSzPts val="1400"/>
              <a:buFont typeface="DM Sans"/>
              <a:buChar char="●"/>
              <a:defRPr sz="1400" b="0">
                <a:latin typeface="DM Sans"/>
                <a:ea typeface="DM Sans"/>
                <a:cs typeface="DM Sans"/>
                <a:sym typeface="DM Sans"/>
              </a:defRPr>
            </a:lvl4pPr>
            <a:lvl5pPr lvl="4" rtl="0">
              <a:spcBef>
                <a:spcPts val="0"/>
              </a:spcBef>
              <a:spcAft>
                <a:spcPts val="0"/>
              </a:spcAft>
              <a:buSzPts val="1400"/>
              <a:buFont typeface="DM Sans"/>
              <a:buChar char="○"/>
              <a:defRPr sz="1400" b="0">
                <a:latin typeface="DM Sans"/>
                <a:ea typeface="DM Sans"/>
                <a:cs typeface="DM Sans"/>
                <a:sym typeface="DM Sans"/>
              </a:defRPr>
            </a:lvl5pPr>
            <a:lvl6pPr lvl="5" rtl="0">
              <a:spcBef>
                <a:spcPts val="0"/>
              </a:spcBef>
              <a:spcAft>
                <a:spcPts val="0"/>
              </a:spcAft>
              <a:buSzPts val="1400"/>
              <a:buFont typeface="DM Sans"/>
              <a:buChar char="■"/>
              <a:defRPr sz="1400" b="0">
                <a:latin typeface="DM Sans"/>
                <a:ea typeface="DM Sans"/>
                <a:cs typeface="DM Sans"/>
                <a:sym typeface="DM Sans"/>
              </a:defRPr>
            </a:lvl6pPr>
            <a:lvl7pPr lvl="6" rtl="0">
              <a:spcBef>
                <a:spcPts val="0"/>
              </a:spcBef>
              <a:spcAft>
                <a:spcPts val="0"/>
              </a:spcAft>
              <a:buSzPts val="1400"/>
              <a:buFont typeface="DM Sans"/>
              <a:buChar char="●"/>
              <a:defRPr sz="1400" b="0">
                <a:latin typeface="DM Sans"/>
                <a:ea typeface="DM Sans"/>
                <a:cs typeface="DM Sans"/>
                <a:sym typeface="DM Sans"/>
              </a:defRPr>
            </a:lvl7pPr>
            <a:lvl8pPr lvl="7" rtl="0">
              <a:spcBef>
                <a:spcPts val="0"/>
              </a:spcBef>
              <a:spcAft>
                <a:spcPts val="0"/>
              </a:spcAft>
              <a:buSzPts val="1400"/>
              <a:buFont typeface="DM Sans"/>
              <a:buChar char="○"/>
              <a:defRPr sz="1400" b="0">
                <a:latin typeface="DM Sans"/>
                <a:ea typeface="DM Sans"/>
                <a:cs typeface="DM Sans"/>
                <a:sym typeface="DM Sans"/>
              </a:defRPr>
            </a:lvl8pPr>
            <a:lvl9pPr lvl="8" rtl="0">
              <a:spcBef>
                <a:spcPts val="0"/>
              </a:spcBef>
              <a:spcAft>
                <a:spcPts val="0"/>
              </a:spcAft>
              <a:buSzPts val="1400"/>
              <a:buFont typeface="DM Sans"/>
              <a:buChar char="■"/>
              <a:defRPr sz="1400" b="0">
                <a:latin typeface="DM Sans"/>
                <a:ea typeface="DM Sans"/>
                <a:cs typeface="DM Sans"/>
                <a:sym typeface="DM Sans"/>
              </a:defRPr>
            </a:lvl9pPr>
          </a:lstStyle>
          <a:p>
            <a:endParaRPr/>
          </a:p>
        </p:txBody>
      </p:sp>
      <p:sp>
        <p:nvSpPr>
          <p:cNvPr id="928" name="Google Shape;928;p18"/>
          <p:cNvSpPr txBox="1">
            <a:spLocks noGrp="1"/>
          </p:cNvSpPr>
          <p:nvPr>
            <p:ph type="title" idx="3"/>
          </p:nvPr>
        </p:nvSpPr>
        <p:spPr>
          <a:xfrm>
            <a:off x="1467176" y="1413950"/>
            <a:ext cx="2698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929" name="Google Shape;929;p18"/>
          <p:cNvSpPr txBox="1">
            <a:spLocks noGrp="1"/>
          </p:cNvSpPr>
          <p:nvPr>
            <p:ph type="title" idx="4"/>
          </p:nvPr>
        </p:nvSpPr>
        <p:spPr>
          <a:xfrm>
            <a:off x="1467125" y="1945550"/>
            <a:ext cx="2698500" cy="22908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accent2"/>
              </a:buClr>
              <a:buSzPts val="1400"/>
              <a:buFont typeface="DM Sans"/>
              <a:buChar char="●"/>
              <a:defRPr sz="1400" b="0">
                <a:latin typeface="DM Sans"/>
                <a:ea typeface="DM Sans"/>
                <a:cs typeface="DM Sans"/>
                <a:sym typeface="DM Sans"/>
              </a:defRPr>
            </a:lvl1pPr>
            <a:lvl2pPr lvl="1" rtl="0">
              <a:spcBef>
                <a:spcPts val="1000"/>
              </a:spcBef>
              <a:spcAft>
                <a:spcPts val="0"/>
              </a:spcAft>
              <a:buSzPts val="1400"/>
              <a:buFont typeface="DM Sans"/>
              <a:buChar char="○"/>
              <a:defRPr sz="1400" b="0">
                <a:latin typeface="DM Sans"/>
                <a:ea typeface="DM Sans"/>
                <a:cs typeface="DM Sans"/>
                <a:sym typeface="DM Sans"/>
              </a:defRPr>
            </a:lvl2pPr>
            <a:lvl3pPr lvl="2" rtl="0">
              <a:spcBef>
                <a:spcPts val="0"/>
              </a:spcBef>
              <a:spcAft>
                <a:spcPts val="0"/>
              </a:spcAft>
              <a:buSzPts val="1400"/>
              <a:buFont typeface="DM Sans"/>
              <a:buChar char="■"/>
              <a:defRPr sz="1400" b="0">
                <a:latin typeface="DM Sans"/>
                <a:ea typeface="DM Sans"/>
                <a:cs typeface="DM Sans"/>
                <a:sym typeface="DM Sans"/>
              </a:defRPr>
            </a:lvl3pPr>
            <a:lvl4pPr lvl="3" rtl="0">
              <a:spcBef>
                <a:spcPts val="0"/>
              </a:spcBef>
              <a:spcAft>
                <a:spcPts val="0"/>
              </a:spcAft>
              <a:buSzPts val="1400"/>
              <a:buFont typeface="DM Sans"/>
              <a:buChar char="●"/>
              <a:defRPr sz="1400" b="0">
                <a:latin typeface="DM Sans"/>
                <a:ea typeface="DM Sans"/>
                <a:cs typeface="DM Sans"/>
                <a:sym typeface="DM Sans"/>
              </a:defRPr>
            </a:lvl4pPr>
            <a:lvl5pPr lvl="4" rtl="0">
              <a:spcBef>
                <a:spcPts val="0"/>
              </a:spcBef>
              <a:spcAft>
                <a:spcPts val="0"/>
              </a:spcAft>
              <a:buSzPts val="1400"/>
              <a:buFont typeface="DM Sans"/>
              <a:buChar char="○"/>
              <a:defRPr sz="1400" b="0">
                <a:latin typeface="DM Sans"/>
                <a:ea typeface="DM Sans"/>
                <a:cs typeface="DM Sans"/>
                <a:sym typeface="DM Sans"/>
              </a:defRPr>
            </a:lvl5pPr>
            <a:lvl6pPr lvl="5" rtl="0">
              <a:spcBef>
                <a:spcPts val="0"/>
              </a:spcBef>
              <a:spcAft>
                <a:spcPts val="0"/>
              </a:spcAft>
              <a:buSzPts val="1400"/>
              <a:buFont typeface="DM Sans"/>
              <a:buChar char="■"/>
              <a:defRPr sz="1400" b="0">
                <a:latin typeface="DM Sans"/>
                <a:ea typeface="DM Sans"/>
                <a:cs typeface="DM Sans"/>
                <a:sym typeface="DM Sans"/>
              </a:defRPr>
            </a:lvl6pPr>
            <a:lvl7pPr lvl="6" rtl="0">
              <a:spcBef>
                <a:spcPts val="0"/>
              </a:spcBef>
              <a:spcAft>
                <a:spcPts val="0"/>
              </a:spcAft>
              <a:buSzPts val="1400"/>
              <a:buFont typeface="DM Sans"/>
              <a:buChar char="●"/>
              <a:defRPr sz="1400" b="0">
                <a:latin typeface="DM Sans"/>
                <a:ea typeface="DM Sans"/>
                <a:cs typeface="DM Sans"/>
                <a:sym typeface="DM Sans"/>
              </a:defRPr>
            </a:lvl7pPr>
            <a:lvl8pPr lvl="7" rtl="0">
              <a:spcBef>
                <a:spcPts val="0"/>
              </a:spcBef>
              <a:spcAft>
                <a:spcPts val="0"/>
              </a:spcAft>
              <a:buSzPts val="1400"/>
              <a:buFont typeface="DM Sans"/>
              <a:buChar char="○"/>
              <a:defRPr sz="1400" b="0">
                <a:latin typeface="DM Sans"/>
                <a:ea typeface="DM Sans"/>
                <a:cs typeface="DM Sans"/>
                <a:sym typeface="DM Sans"/>
              </a:defRPr>
            </a:lvl8pPr>
            <a:lvl9pPr lvl="8" rtl="0">
              <a:spcBef>
                <a:spcPts val="0"/>
              </a:spcBef>
              <a:spcAft>
                <a:spcPts val="0"/>
              </a:spcAft>
              <a:buSzPts val="1400"/>
              <a:buFont typeface="DM Sans"/>
              <a:buChar char="■"/>
              <a:defRPr sz="1400" b="0">
                <a:latin typeface="DM Sans"/>
                <a:ea typeface="DM Sans"/>
                <a:cs typeface="DM Sans"/>
                <a:sym typeface="DM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3">
  <p:cSld name="CUSTOM_10_1">
    <p:spTree>
      <p:nvGrpSpPr>
        <p:cNvPr id="1" name="Shape 930"/>
        <p:cNvGrpSpPr/>
        <p:nvPr/>
      </p:nvGrpSpPr>
      <p:grpSpPr>
        <a:xfrm>
          <a:off x="0" y="0"/>
          <a:ext cx="0" cy="0"/>
          <a:chOff x="0" y="0"/>
          <a:chExt cx="0" cy="0"/>
        </a:xfrm>
      </p:grpSpPr>
      <p:grpSp>
        <p:nvGrpSpPr>
          <p:cNvPr id="931" name="Google Shape;931;p19"/>
          <p:cNvGrpSpPr/>
          <p:nvPr/>
        </p:nvGrpSpPr>
        <p:grpSpPr>
          <a:xfrm>
            <a:off x="-2267285" y="-4190619"/>
            <a:ext cx="13760368" cy="13235047"/>
            <a:chOff x="-2267285" y="-4190619"/>
            <a:chExt cx="13760368" cy="13235047"/>
          </a:xfrm>
        </p:grpSpPr>
        <p:grpSp>
          <p:nvGrpSpPr>
            <p:cNvPr id="932" name="Google Shape;932;p19"/>
            <p:cNvGrpSpPr/>
            <p:nvPr/>
          </p:nvGrpSpPr>
          <p:grpSpPr>
            <a:xfrm rot="-6299972">
              <a:off x="-1775850" y="-3699149"/>
              <a:ext cx="4373554" cy="4373514"/>
              <a:chOff x="2499100" y="1489300"/>
              <a:chExt cx="2736100" cy="2736075"/>
            </a:xfrm>
          </p:grpSpPr>
          <p:sp>
            <p:nvSpPr>
              <p:cNvPr id="933" name="Google Shape;933;p1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1" name="Google Shape;961;p19"/>
            <p:cNvSpPr/>
            <p:nvPr/>
          </p:nvSpPr>
          <p:spPr>
            <a:xfrm>
              <a:off x="-1306554"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9"/>
            <p:cNvSpPr/>
            <p:nvPr/>
          </p:nvSpPr>
          <p:spPr>
            <a:xfrm rot="243564">
              <a:off x="8077352"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3" name="Google Shape;963;p19"/>
            <p:cNvGrpSpPr/>
            <p:nvPr/>
          </p:nvGrpSpPr>
          <p:grpSpPr>
            <a:xfrm rot="-6582615">
              <a:off x="6510180" y="4061534"/>
              <a:ext cx="4373527" cy="4373487"/>
              <a:chOff x="2499100" y="1489300"/>
              <a:chExt cx="2736100" cy="2736075"/>
            </a:xfrm>
          </p:grpSpPr>
          <p:sp>
            <p:nvSpPr>
              <p:cNvPr id="964" name="Google Shape;964;p1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2" name="Google Shape;992;p19"/>
          <p:cNvSpPr txBox="1">
            <a:spLocks noGrp="1"/>
          </p:cNvSpPr>
          <p:nvPr>
            <p:ph type="title"/>
          </p:nvPr>
        </p:nvSpPr>
        <p:spPr>
          <a:xfrm>
            <a:off x="4864143" y="2890850"/>
            <a:ext cx="26982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993" name="Google Shape;993;p19"/>
          <p:cNvSpPr txBox="1">
            <a:spLocks noGrp="1"/>
          </p:cNvSpPr>
          <p:nvPr>
            <p:ph type="title" idx="2"/>
          </p:nvPr>
        </p:nvSpPr>
        <p:spPr>
          <a:xfrm>
            <a:off x="4864000" y="3422450"/>
            <a:ext cx="2698500" cy="778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400"/>
              <a:buFont typeface="DM Sans"/>
              <a:buChar char="●"/>
              <a:defRPr sz="1400" b="0">
                <a:latin typeface="DM Sans"/>
                <a:ea typeface="DM Sans"/>
                <a:cs typeface="DM Sans"/>
                <a:sym typeface="DM Sans"/>
              </a:defRPr>
            </a:lvl1pPr>
            <a:lvl2pPr lvl="1" rtl="0">
              <a:spcBef>
                <a:spcPts val="1000"/>
              </a:spcBef>
              <a:spcAft>
                <a:spcPts val="0"/>
              </a:spcAft>
              <a:buSzPts val="1400"/>
              <a:buFont typeface="DM Sans"/>
              <a:buChar char="○"/>
              <a:defRPr sz="1400" b="0">
                <a:latin typeface="DM Sans"/>
                <a:ea typeface="DM Sans"/>
                <a:cs typeface="DM Sans"/>
                <a:sym typeface="DM Sans"/>
              </a:defRPr>
            </a:lvl2pPr>
            <a:lvl3pPr lvl="2" rtl="0">
              <a:spcBef>
                <a:spcPts val="0"/>
              </a:spcBef>
              <a:spcAft>
                <a:spcPts val="0"/>
              </a:spcAft>
              <a:buSzPts val="1400"/>
              <a:buFont typeface="DM Sans"/>
              <a:buChar char="■"/>
              <a:defRPr sz="1400" b="0">
                <a:latin typeface="DM Sans"/>
                <a:ea typeface="DM Sans"/>
                <a:cs typeface="DM Sans"/>
                <a:sym typeface="DM Sans"/>
              </a:defRPr>
            </a:lvl3pPr>
            <a:lvl4pPr lvl="3" rtl="0">
              <a:spcBef>
                <a:spcPts val="0"/>
              </a:spcBef>
              <a:spcAft>
                <a:spcPts val="0"/>
              </a:spcAft>
              <a:buSzPts val="1400"/>
              <a:buFont typeface="DM Sans"/>
              <a:buChar char="●"/>
              <a:defRPr sz="1400" b="0">
                <a:latin typeface="DM Sans"/>
                <a:ea typeface="DM Sans"/>
                <a:cs typeface="DM Sans"/>
                <a:sym typeface="DM Sans"/>
              </a:defRPr>
            </a:lvl4pPr>
            <a:lvl5pPr lvl="4" rtl="0">
              <a:spcBef>
                <a:spcPts val="0"/>
              </a:spcBef>
              <a:spcAft>
                <a:spcPts val="0"/>
              </a:spcAft>
              <a:buSzPts val="1400"/>
              <a:buFont typeface="DM Sans"/>
              <a:buChar char="○"/>
              <a:defRPr sz="1400" b="0">
                <a:latin typeface="DM Sans"/>
                <a:ea typeface="DM Sans"/>
                <a:cs typeface="DM Sans"/>
                <a:sym typeface="DM Sans"/>
              </a:defRPr>
            </a:lvl5pPr>
            <a:lvl6pPr lvl="5" rtl="0">
              <a:spcBef>
                <a:spcPts val="0"/>
              </a:spcBef>
              <a:spcAft>
                <a:spcPts val="0"/>
              </a:spcAft>
              <a:buSzPts val="1400"/>
              <a:buFont typeface="DM Sans"/>
              <a:buChar char="■"/>
              <a:defRPr sz="1400" b="0">
                <a:latin typeface="DM Sans"/>
                <a:ea typeface="DM Sans"/>
                <a:cs typeface="DM Sans"/>
                <a:sym typeface="DM Sans"/>
              </a:defRPr>
            </a:lvl6pPr>
            <a:lvl7pPr lvl="6" rtl="0">
              <a:spcBef>
                <a:spcPts val="0"/>
              </a:spcBef>
              <a:spcAft>
                <a:spcPts val="0"/>
              </a:spcAft>
              <a:buSzPts val="1400"/>
              <a:buFont typeface="DM Sans"/>
              <a:buChar char="●"/>
              <a:defRPr sz="1400" b="0">
                <a:latin typeface="DM Sans"/>
                <a:ea typeface="DM Sans"/>
                <a:cs typeface="DM Sans"/>
                <a:sym typeface="DM Sans"/>
              </a:defRPr>
            </a:lvl7pPr>
            <a:lvl8pPr lvl="7" rtl="0">
              <a:spcBef>
                <a:spcPts val="0"/>
              </a:spcBef>
              <a:spcAft>
                <a:spcPts val="0"/>
              </a:spcAft>
              <a:buSzPts val="1400"/>
              <a:buFont typeface="DM Sans"/>
              <a:buChar char="○"/>
              <a:defRPr sz="1400" b="0">
                <a:latin typeface="DM Sans"/>
                <a:ea typeface="DM Sans"/>
                <a:cs typeface="DM Sans"/>
                <a:sym typeface="DM Sans"/>
              </a:defRPr>
            </a:lvl8pPr>
            <a:lvl9pPr lvl="8" rtl="0">
              <a:spcBef>
                <a:spcPts val="0"/>
              </a:spcBef>
              <a:spcAft>
                <a:spcPts val="0"/>
              </a:spcAft>
              <a:buSzPts val="1400"/>
              <a:buFont typeface="DM Sans"/>
              <a:buChar char="■"/>
              <a:defRPr sz="1400" b="0">
                <a:latin typeface="DM Sans"/>
                <a:ea typeface="DM Sans"/>
                <a:cs typeface="DM Sans"/>
                <a:sym typeface="DM Sans"/>
              </a:defRPr>
            </a:lvl9pPr>
          </a:lstStyle>
          <a:p>
            <a:endParaRPr/>
          </a:p>
        </p:txBody>
      </p:sp>
      <p:sp>
        <p:nvSpPr>
          <p:cNvPr id="994" name="Google Shape;994;p19"/>
          <p:cNvSpPr txBox="1">
            <a:spLocks noGrp="1"/>
          </p:cNvSpPr>
          <p:nvPr>
            <p:ph type="title" idx="3"/>
          </p:nvPr>
        </p:nvSpPr>
        <p:spPr>
          <a:xfrm>
            <a:off x="1581551" y="2890850"/>
            <a:ext cx="26985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995" name="Google Shape;995;p19"/>
          <p:cNvSpPr txBox="1">
            <a:spLocks noGrp="1"/>
          </p:cNvSpPr>
          <p:nvPr>
            <p:ph type="title" idx="4"/>
          </p:nvPr>
        </p:nvSpPr>
        <p:spPr>
          <a:xfrm>
            <a:off x="1581500" y="3422450"/>
            <a:ext cx="2698500" cy="778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400"/>
              <a:buFont typeface="DM Sans"/>
              <a:buChar char="●"/>
              <a:defRPr sz="1400" b="0">
                <a:latin typeface="DM Sans"/>
                <a:ea typeface="DM Sans"/>
                <a:cs typeface="DM Sans"/>
                <a:sym typeface="DM Sans"/>
              </a:defRPr>
            </a:lvl1pPr>
            <a:lvl2pPr lvl="1" rtl="0">
              <a:spcBef>
                <a:spcPts val="1000"/>
              </a:spcBef>
              <a:spcAft>
                <a:spcPts val="0"/>
              </a:spcAft>
              <a:buSzPts val="1400"/>
              <a:buFont typeface="DM Sans"/>
              <a:buChar char="○"/>
              <a:defRPr sz="1400" b="0">
                <a:latin typeface="DM Sans"/>
                <a:ea typeface="DM Sans"/>
                <a:cs typeface="DM Sans"/>
                <a:sym typeface="DM Sans"/>
              </a:defRPr>
            </a:lvl2pPr>
            <a:lvl3pPr lvl="2" rtl="0">
              <a:spcBef>
                <a:spcPts val="0"/>
              </a:spcBef>
              <a:spcAft>
                <a:spcPts val="0"/>
              </a:spcAft>
              <a:buSzPts val="1400"/>
              <a:buFont typeface="DM Sans"/>
              <a:buChar char="■"/>
              <a:defRPr sz="1400" b="0">
                <a:latin typeface="DM Sans"/>
                <a:ea typeface="DM Sans"/>
                <a:cs typeface="DM Sans"/>
                <a:sym typeface="DM Sans"/>
              </a:defRPr>
            </a:lvl3pPr>
            <a:lvl4pPr lvl="3" rtl="0">
              <a:spcBef>
                <a:spcPts val="0"/>
              </a:spcBef>
              <a:spcAft>
                <a:spcPts val="0"/>
              </a:spcAft>
              <a:buSzPts val="1400"/>
              <a:buFont typeface="DM Sans"/>
              <a:buChar char="●"/>
              <a:defRPr sz="1400" b="0">
                <a:latin typeface="DM Sans"/>
                <a:ea typeface="DM Sans"/>
                <a:cs typeface="DM Sans"/>
                <a:sym typeface="DM Sans"/>
              </a:defRPr>
            </a:lvl4pPr>
            <a:lvl5pPr lvl="4" rtl="0">
              <a:spcBef>
                <a:spcPts val="0"/>
              </a:spcBef>
              <a:spcAft>
                <a:spcPts val="0"/>
              </a:spcAft>
              <a:buSzPts val="1400"/>
              <a:buFont typeface="DM Sans"/>
              <a:buChar char="○"/>
              <a:defRPr sz="1400" b="0">
                <a:latin typeface="DM Sans"/>
                <a:ea typeface="DM Sans"/>
                <a:cs typeface="DM Sans"/>
                <a:sym typeface="DM Sans"/>
              </a:defRPr>
            </a:lvl5pPr>
            <a:lvl6pPr lvl="5" rtl="0">
              <a:spcBef>
                <a:spcPts val="0"/>
              </a:spcBef>
              <a:spcAft>
                <a:spcPts val="0"/>
              </a:spcAft>
              <a:buSzPts val="1400"/>
              <a:buFont typeface="DM Sans"/>
              <a:buChar char="■"/>
              <a:defRPr sz="1400" b="0">
                <a:latin typeface="DM Sans"/>
                <a:ea typeface="DM Sans"/>
                <a:cs typeface="DM Sans"/>
                <a:sym typeface="DM Sans"/>
              </a:defRPr>
            </a:lvl6pPr>
            <a:lvl7pPr lvl="6" rtl="0">
              <a:spcBef>
                <a:spcPts val="0"/>
              </a:spcBef>
              <a:spcAft>
                <a:spcPts val="0"/>
              </a:spcAft>
              <a:buSzPts val="1400"/>
              <a:buFont typeface="DM Sans"/>
              <a:buChar char="●"/>
              <a:defRPr sz="1400" b="0">
                <a:latin typeface="DM Sans"/>
                <a:ea typeface="DM Sans"/>
                <a:cs typeface="DM Sans"/>
                <a:sym typeface="DM Sans"/>
              </a:defRPr>
            </a:lvl7pPr>
            <a:lvl8pPr lvl="7" rtl="0">
              <a:spcBef>
                <a:spcPts val="0"/>
              </a:spcBef>
              <a:spcAft>
                <a:spcPts val="0"/>
              </a:spcAft>
              <a:buSzPts val="1400"/>
              <a:buFont typeface="DM Sans"/>
              <a:buChar char="○"/>
              <a:defRPr sz="1400" b="0">
                <a:latin typeface="DM Sans"/>
                <a:ea typeface="DM Sans"/>
                <a:cs typeface="DM Sans"/>
                <a:sym typeface="DM Sans"/>
              </a:defRPr>
            </a:lvl8pPr>
            <a:lvl9pPr lvl="8" rtl="0">
              <a:spcBef>
                <a:spcPts val="0"/>
              </a:spcBef>
              <a:spcAft>
                <a:spcPts val="0"/>
              </a:spcAft>
              <a:buSzPts val="1400"/>
              <a:buFont typeface="DM Sans"/>
              <a:buChar char="■"/>
              <a:defRPr sz="1400" b="0">
                <a:latin typeface="DM Sans"/>
                <a:ea typeface="DM Sans"/>
                <a:cs typeface="DM Sans"/>
                <a:sym typeface="DM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1">
  <p:cSld name="CUSTOM_2">
    <p:spTree>
      <p:nvGrpSpPr>
        <p:cNvPr id="1" name="Shape 1064"/>
        <p:cNvGrpSpPr/>
        <p:nvPr/>
      </p:nvGrpSpPr>
      <p:grpSpPr>
        <a:xfrm>
          <a:off x="0" y="0"/>
          <a:ext cx="0" cy="0"/>
          <a:chOff x="0" y="0"/>
          <a:chExt cx="0" cy="0"/>
        </a:xfrm>
      </p:grpSpPr>
      <p:grpSp>
        <p:nvGrpSpPr>
          <p:cNvPr id="1065" name="Google Shape;1065;p21"/>
          <p:cNvGrpSpPr/>
          <p:nvPr/>
        </p:nvGrpSpPr>
        <p:grpSpPr>
          <a:xfrm>
            <a:off x="-2267285" y="-4190619"/>
            <a:ext cx="13760368" cy="13235047"/>
            <a:chOff x="-2267285" y="-4190619"/>
            <a:chExt cx="13760368" cy="13235047"/>
          </a:xfrm>
        </p:grpSpPr>
        <p:grpSp>
          <p:nvGrpSpPr>
            <p:cNvPr id="1066" name="Google Shape;1066;p21"/>
            <p:cNvGrpSpPr/>
            <p:nvPr/>
          </p:nvGrpSpPr>
          <p:grpSpPr>
            <a:xfrm rot="-6299972">
              <a:off x="-1775850" y="-3699149"/>
              <a:ext cx="4373554" cy="4373514"/>
              <a:chOff x="2499100" y="1489300"/>
              <a:chExt cx="2736100" cy="2736075"/>
            </a:xfrm>
          </p:grpSpPr>
          <p:sp>
            <p:nvSpPr>
              <p:cNvPr id="1067" name="Google Shape;1067;p21"/>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1"/>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1"/>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1"/>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1"/>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1"/>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1"/>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1"/>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1"/>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1"/>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1"/>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1"/>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1"/>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1"/>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1"/>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1"/>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1"/>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5" name="Google Shape;1095;p21"/>
            <p:cNvSpPr/>
            <p:nvPr/>
          </p:nvSpPr>
          <p:spPr>
            <a:xfrm>
              <a:off x="-1306554"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1"/>
            <p:cNvSpPr/>
            <p:nvPr/>
          </p:nvSpPr>
          <p:spPr>
            <a:xfrm rot="243564">
              <a:off x="8077352"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7" name="Google Shape;1097;p21"/>
            <p:cNvGrpSpPr/>
            <p:nvPr/>
          </p:nvGrpSpPr>
          <p:grpSpPr>
            <a:xfrm rot="-6582615">
              <a:off x="6510180" y="4061534"/>
              <a:ext cx="4373527" cy="4373487"/>
              <a:chOff x="2499100" y="1489300"/>
              <a:chExt cx="2736100" cy="2736075"/>
            </a:xfrm>
          </p:grpSpPr>
          <p:sp>
            <p:nvSpPr>
              <p:cNvPr id="1098" name="Google Shape;1098;p21"/>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1"/>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1"/>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1"/>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1"/>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1"/>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1"/>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1"/>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1"/>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1"/>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1"/>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1"/>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1"/>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1"/>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1"/>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1"/>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1"/>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1"/>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1"/>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1"/>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1"/>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1"/>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1"/>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1"/>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1"/>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1"/>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1"/>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1"/>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26" name="Google Shape;1126;p21"/>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3000"/>
              <a:buNone/>
              <a:defRPr>
                <a:solidFill>
                  <a:schemeClr val="accent2"/>
                </a:solidFill>
              </a:defRPr>
            </a:lvl1pPr>
            <a:lvl2pPr lvl="1" rtl="0">
              <a:spcBef>
                <a:spcPts val="0"/>
              </a:spcBef>
              <a:spcAft>
                <a:spcPts val="0"/>
              </a:spcAft>
              <a:buClr>
                <a:schemeClr val="accent2"/>
              </a:buClr>
              <a:buSzPts val="3000"/>
              <a:buNone/>
              <a:defRPr>
                <a:solidFill>
                  <a:schemeClr val="accent2"/>
                </a:solidFill>
              </a:defRPr>
            </a:lvl2pPr>
            <a:lvl3pPr lvl="2" rtl="0">
              <a:spcBef>
                <a:spcPts val="0"/>
              </a:spcBef>
              <a:spcAft>
                <a:spcPts val="0"/>
              </a:spcAft>
              <a:buClr>
                <a:schemeClr val="accent2"/>
              </a:buClr>
              <a:buSzPts val="3000"/>
              <a:buNone/>
              <a:defRPr>
                <a:solidFill>
                  <a:schemeClr val="accent2"/>
                </a:solidFill>
              </a:defRPr>
            </a:lvl3pPr>
            <a:lvl4pPr lvl="3" rtl="0">
              <a:spcBef>
                <a:spcPts val="0"/>
              </a:spcBef>
              <a:spcAft>
                <a:spcPts val="0"/>
              </a:spcAft>
              <a:buClr>
                <a:schemeClr val="accent2"/>
              </a:buClr>
              <a:buSzPts val="3000"/>
              <a:buNone/>
              <a:defRPr>
                <a:solidFill>
                  <a:schemeClr val="accent2"/>
                </a:solidFill>
              </a:defRPr>
            </a:lvl4pPr>
            <a:lvl5pPr lvl="4" rtl="0">
              <a:spcBef>
                <a:spcPts val="0"/>
              </a:spcBef>
              <a:spcAft>
                <a:spcPts val="0"/>
              </a:spcAft>
              <a:buClr>
                <a:schemeClr val="accent2"/>
              </a:buClr>
              <a:buSzPts val="3000"/>
              <a:buNone/>
              <a:defRPr>
                <a:solidFill>
                  <a:schemeClr val="accent2"/>
                </a:solidFill>
              </a:defRPr>
            </a:lvl5pPr>
            <a:lvl6pPr lvl="5" rtl="0">
              <a:spcBef>
                <a:spcPts val="0"/>
              </a:spcBef>
              <a:spcAft>
                <a:spcPts val="0"/>
              </a:spcAft>
              <a:buClr>
                <a:schemeClr val="accent2"/>
              </a:buClr>
              <a:buSzPts val="3000"/>
              <a:buNone/>
              <a:defRPr>
                <a:solidFill>
                  <a:schemeClr val="accent2"/>
                </a:solidFill>
              </a:defRPr>
            </a:lvl6pPr>
            <a:lvl7pPr lvl="6" rtl="0">
              <a:spcBef>
                <a:spcPts val="0"/>
              </a:spcBef>
              <a:spcAft>
                <a:spcPts val="0"/>
              </a:spcAft>
              <a:buClr>
                <a:schemeClr val="accent2"/>
              </a:buClr>
              <a:buSzPts val="3000"/>
              <a:buNone/>
              <a:defRPr>
                <a:solidFill>
                  <a:schemeClr val="accent2"/>
                </a:solidFill>
              </a:defRPr>
            </a:lvl7pPr>
            <a:lvl8pPr lvl="7" rtl="0">
              <a:spcBef>
                <a:spcPts val="0"/>
              </a:spcBef>
              <a:spcAft>
                <a:spcPts val="0"/>
              </a:spcAft>
              <a:buClr>
                <a:schemeClr val="accent2"/>
              </a:buClr>
              <a:buSzPts val="3000"/>
              <a:buNone/>
              <a:defRPr>
                <a:solidFill>
                  <a:schemeClr val="accent2"/>
                </a:solidFill>
              </a:defRPr>
            </a:lvl8pPr>
            <a:lvl9pPr lvl="8" rtl="0">
              <a:spcBef>
                <a:spcPts val="0"/>
              </a:spcBef>
              <a:spcAft>
                <a:spcPts val="0"/>
              </a:spcAft>
              <a:buClr>
                <a:schemeClr val="accent2"/>
              </a:buClr>
              <a:buSzPts val="3000"/>
              <a:buNone/>
              <a:defRPr>
                <a:solidFill>
                  <a:schemeClr val="accent2"/>
                </a:solidFill>
              </a:defRPr>
            </a:lvl9pPr>
          </a:lstStyle>
          <a:p>
            <a:endParaRPr/>
          </a:p>
        </p:txBody>
      </p:sp>
      <p:sp>
        <p:nvSpPr>
          <p:cNvPr id="1127" name="Google Shape;1127;p21"/>
          <p:cNvSpPr txBox="1">
            <a:spLocks noGrp="1"/>
          </p:cNvSpPr>
          <p:nvPr>
            <p:ph type="title" idx="2" hasCustomPrompt="1"/>
          </p:nvPr>
        </p:nvSpPr>
        <p:spPr>
          <a:xfrm>
            <a:off x="3955364" y="175965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8" name="Google Shape;1128;p21"/>
          <p:cNvSpPr txBox="1">
            <a:spLocks noGrp="1"/>
          </p:cNvSpPr>
          <p:nvPr>
            <p:ph type="title" idx="3"/>
          </p:nvPr>
        </p:nvSpPr>
        <p:spPr>
          <a:xfrm>
            <a:off x="3359660" y="2672250"/>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129" name="Google Shape;1129;p21"/>
          <p:cNvSpPr txBox="1">
            <a:spLocks noGrp="1"/>
          </p:cNvSpPr>
          <p:nvPr>
            <p:ph type="title" idx="4"/>
          </p:nvPr>
        </p:nvSpPr>
        <p:spPr>
          <a:xfrm>
            <a:off x="3359656" y="3127650"/>
            <a:ext cx="24246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
        <p:nvSpPr>
          <p:cNvPr id="1130" name="Google Shape;1130;p21"/>
          <p:cNvSpPr txBox="1">
            <a:spLocks noGrp="1"/>
          </p:cNvSpPr>
          <p:nvPr>
            <p:ph type="title" idx="5" hasCustomPrompt="1"/>
          </p:nvPr>
        </p:nvSpPr>
        <p:spPr>
          <a:xfrm>
            <a:off x="1156530" y="175965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1" name="Google Shape;1131;p21"/>
          <p:cNvSpPr txBox="1">
            <a:spLocks noGrp="1"/>
          </p:cNvSpPr>
          <p:nvPr>
            <p:ph type="title" idx="6"/>
          </p:nvPr>
        </p:nvSpPr>
        <p:spPr>
          <a:xfrm>
            <a:off x="560923" y="2672250"/>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132" name="Google Shape;1132;p21"/>
          <p:cNvSpPr txBox="1">
            <a:spLocks noGrp="1"/>
          </p:cNvSpPr>
          <p:nvPr>
            <p:ph type="title" idx="7"/>
          </p:nvPr>
        </p:nvSpPr>
        <p:spPr>
          <a:xfrm>
            <a:off x="560875" y="3127650"/>
            <a:ext cx="24246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
        <p:nvSpPr>
          <p:cNvPr id="1133" name="Google Shape;1133;p21"/>
          <p:cNvSpPr txBox="1">
            <a:spLocks noGrp="1"/>
          </p:cNvSpPr>
          <p:nvPr>
            <p:ph type="title" idx="8" hasCustomPrompt="1"/>
          </p:nvPr>
        </p:nvSpPr>
        <p:spPr>
          <a:xfrm>
            <a:off x="6754222" y="175965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4" name="Google Shape;1134;p21"/>
          <p:cNvSpPr txBox="1">
            <a:spLocks noGrp="1"/>
          </p:cNvSpPr>
          <p:nvPr>
            <p:ph type="title" idx="9"/>
          </p:nvPr>
        </p:nvSpPr>
        <p:spPr>
          <a:xfrm>
            <a:off x="6158372" y="2672250"/>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135" name="Google Shape;1135;p21"/>
          <p:cNvSpPr txBox="1">
            <a:spLocks noGrp="1"/>
          </p:cNvSpPr>
          <p:nvPr>
            <p:ph type="title" idx="13"/>
          </p:nvPr>
        </p:nvSpPr>
        <p:spPr>
          <a:xfrm>
            <a:off x="6158437" y="3127650"/>
            <a:ext cx="24246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2">
  <p:cSld name="CUSTOM_2_2">
    <p:spTree>
      <p:nvGrpSpPr>
        <p:cNvPr id="1" name="Shape 1136"/>
        <p:cNvGrpSpPr/>
        <p:nvPr/>
      </p:nvGrpSpPr>
      <p:grpSpPr>
        <a:xfrm>
          <a:off x="0" y="0"/>
          <a:ext cx="0" cy="0"/>
          <a:chOff x="0" y="0"/>
          <a:chExt cx="0" cy="0"/>
        </a:xfrm>
      </p:grpSpPr>
      <p:grpSp>
        <p:nvGrpSpPr>
          <p:cNvPr id="1137" name="Google Shape;1137;p22"/>
          <p:cNvGrpSpPr/>
          <p:nvPr/>
        </p:nvGrpSpPr>
        <p:grpSpPr>
          <a:xfrm>
            <a:off x="-3885395" y="-4516423"/>
            <a:ext cx="16381577" cy="13560851"/>
            <a:chOff x="-3885395" y="-4516423"/>
            <a:chExt cx="16381577" cy="13560851"/>
          </a:xfrm>
        </p:grpSpPr>
        <p:sp>
          <p:nvSpPr>
            <p:cNvPr id="1138" name="Google Shape;1138;p22"/>
            <p:cNvSpPr/>
            <p:nvPr/>
          </p:nvSpPr>
          <p:spPr>
            <a:xfrm rot="243564">
              <a:off x="-1390798"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2"/>
            <p:cNvSpPr/>
            <p:nvPr/>
          </p:nvSpPr>
          <p:spPr>
            <a:xfrm>
              <a:off x="7859125" y="3772275"/>
              <a:ext cx="4258019" cy="1223091"/>
            </a:xfrm>
            <a:custGeom>
              <a:avLst/>
              <a:gdLst/>
              <a:ahLst/>
              <a:cxnLst/>
              <a:rect l="l" t="t" r="r" b="b"/>
              <a:pathLst>
                <a:path w="116730" h="33530" extrusionOk="0">
                  <a:moveTo>
                    <a:pt x="59305" y="7003"/>
                  </a:moveTo>
                  <a:cubicBezTo>
                    <a:pt x="59433" y="7003"/>
                    <a:pt x="59561" y="7006"/>
                    <a:pt x="59686" y="7014"/>
                  </a:cubicBezTo>
                  <a:cubicBezTo>
                    <a:pt x="60984" y="7086"/>
                    <a:pt x="62258" y="7300"/>
                    <a:pt x="63496" y="7633"/>
                  </a:cubicBezTo>
                  <a:cubicBezTo>
                    <a:pt x="63770" y="7729"/>
                    <a:pt x="63925" y="8014"/>
                    <a:pt x="63842" y="8288"/>
                  </a:cubicBezTo>
                  <a:cubicBezTo>
                    <a:pt x="63770" y="8503"/>
                    <a:pt x="63568" y="8657"/>
                    <a:pt x="63342" y="8657"/>
                  </a:cubicBezTo>
                  <a:cubicBezTo>
                    <a:pt x="63294" y="8657"/>
                    <a:pt x="63246" y="8645"/>
                    <a:pt x="63199" y="8633"/>
                  </a:cubicBezTo>
                  <a:cubicBezTo>
                    <a:pt x="62032" y="8324"/>
                    <a:pt x="60829" y="8122"/>
                    <a:pt x="59627" y="8050"/>
                  </a:cubicBezTo>
                  <a:cubicBezTo>
                    <a:pt x="59522" y="8043"/>
                    <a:pt x="59416" y="8040"/>
                    <a:pt x="59308" y="8040"/>
                  </a:cubicBezTo>
                  <a:cubicBezTo>
                    <a:pt x="57874" y="8040"/>
                    <a:pt x="56185" y="8586"/>
                    <a:pt x="56174" y="8586"/>
                  </a:cubicBezTo>
                  <a:cubicBezTo>
                    <a:pt x="56110" y="8607"/>
                    <a:pt x="56048" y="8616"/>
                    <a:pt x="55991" y="8616"/>
                  </a:cubicBezTo>
                  <a:cubicBezTo>
                    <a:pt x="55454" y="8616"/>
                    <a:pt x="55250" y="7791"/>
                    <a:pt x="55853" y="7598"/>
                  </a:cubicBezTo>
                  <a:cubicBezTo>
                    <a:pt x="55930" y="7576"/>
                    <a:pt x="57701" y="7003"/>
                    <a:pt x="59305" y="7003"/>
                  </a:cubicBezTo>
                  <a:close/>
                  <a:moveTo>
                    <a:pt x="28287" y="7638"/>
                  </a:moveTo>
                  <a:cubicBezTo>
                    <a:pt x="29296" y="7638"/>
                    <a:pt x="30083" y="7840"/>
                    <a:pt x="30147" y="7860"/>
                  </a:cubicBezTo>
                  <a:cubicBezTo>
                    <a:pt x="30763" y="8025"/>
                    <a:pt x="30586" y="8890"/>
                    <a:pt x="30031" y="8890"/>
                  </a:cubicBezTo>
                  <a:cubicBezTo>
                    <a:pt x="29985" y="8890"/>
                    <a:pt x="29936" y="8884"/>
                    <a:pt x="29885" y="8872"/>
                  </a:cubicBezTo>
                  <a:cubicBezTo>
                    <a:pt x="29859" y="8865"/>
                    <a:pt x="29145" y="8685"/>
                    <a:pt x="28261" y="8685"/>
                  </a:cubicBezTo>
                  <a:cubicBezTo>
                    <a:pt x="27558" y="8685"/>
                    <a:pt x="26746" y="8799"/>
                    <a:pt x="26087" y="9205"/>
                  </a:cubicBezTo>
                  <a:cubicBezTo>
                    <a:pt x="24587" y="10134"/>
                    <a:pt x="24361" y="12277"/>
                    <a:pt x="24563" y="13503"/>
                  </a:cubicBezTo>
                  <a:cubicBezTo>
                    <a:pt x="24611" y="13789"/>
                    <a:pt x="24420" y="14063"/>
                    <a:pt x="24134" y="14110"/>
                  </a:cubicBezTo>
                  <a:lnTo>
                    <a:pt x="24051" y="14110"/>
                  </a:lnTo>
                  <a:cubicBezTo>
                    <a:pt x="23789" y="14110"/>
                    <a:pt x="23575" y="13932"/>
                    <a:pt x="23539" y="13682"/>
                  </a:cubicBezTo>
                  <a:cubicBezTo>
                    <a:pt x="23241" y="11872"/>
                    <a:pt x="23730" y="9431"/>
                    <a:pt x="25527" y="8324"/>
                  </a:cubicBezTo>
                  <a:cubicBezTo>
                    <a:pt x="26400" y="7786"/>
                    <a:pt x="27425" y="7638"/>
                    <a:pt x="28287" y="7638"/>
                  </a:cubicBezTo>
                  <a:close/>
                  <a:moveTo>
                    <a:pt x="28361" y="9455"/>
                  </a:moveTo>
                  <a:cubicBezTo>
                    <a:pt x="29397" y="9455"/>
                    <a:pt x="30623" y="9800"/>
                    <a:pt x="31802" y="10443"/>
                  </a:cubicBezTo>
                  <a:cubicBezTo>
                    <a:pt x="32493" y="10824"/>
                    <a:pt x="32993" y="11467"/>
                    <a:pt x="33350" y="12253"/>
                  </a:cubicBezTo>
                  <a:cubicBezTo>
                    <a:pt x="31635" y="14122"/>
                    <a:pt x="30397" y="15480"/>
                    <a:pt x="29075" y="15884"/>
                  </a:cubicBezTo>
                  <a:lnTo>
                    <a:pt x="29075" y="15896"/>
                  </a:lnTo>
                  <a:cubicBezTo>
                    <a:pt x="28816" y="15977"/>
                    <a:pt x="28569" y="16012"/>
                    <a:pt x="28337" y="16012"/>
                  </a:cubicBezTo>
                  <a:cubicBezTo>
                    <a:pt x="27408" y="16012"/>
                    <a:pt x="26711" y="15456"/>
                    <a:pt x="26349" y="15075"/>
                  </a:cubicBezTo>
                  <a:cubicBezTo>
                    <a:pt x="25563" y="14253"/>
                    <a:pt x="24980" y="12824"/>
                    <a:pt x="25468" y="11503"/>
                  </a:cubicBezTo>
                  <a:cubicBezTo>
                    <a:pt x="25813" y="10550"/>
                    <a:pt x="26337" y="9955"/>
                    <a:pt x="27087" y="9669"/>
                  </a:cubicBezTo>
                  <a:cubicBezTo>
                    <a:pt x="27492" y="9526"/>
                    <a:pt x="27921" y="9455"/>
                    <a:pt x="28361" y="9455"/>
                  </a:cubicBezTo>
                  <a:close/>
                  <a:moveTo>
                    <a:pt x="114155" y="18870"/>
                  </a:moveTo>
                  <a:cubicBezTo>
                    <a:pt x="114421" y="18870"/>
                    <a:pt x="114726" y="18928"/>
                    <a:pt x="115003" y="19123"/>
                  </a:cubicBezTo>
                  <a:cubicBezTo>
                    <a:pt x="115443" y="19432"/>
                    <a:pt x="115646" y="19968"/>
                    <a:pt x="115634" y="20718"/>
                  </a:cubicBezTo>
                  <a:cubicBezTo>
                    <a:pt x="115610" y="21897"/>
                    <a:pt x="113110" y="24814"/>
                    <a:pt x="112348" y="25659"/>
                  </a:cubicBezTo>
                  <a:cubicBezTo>
                    <a:pt x="112231" y="25791"/>
                    <a:pt x="112094" y="25846"/>
                    <a:pt x="111963" y="25846"/>
                  </a:cubicBezTo>
                  <a:cubicBezTo>
                    <a:pt x="111572" y="25846"/>
                    <a:pt x="111223" y="25361"/>
                    <a:pt x="111562" y="24969"/>
                  </a:cubicBezTo>
                  <a:cubicBezTo>
                    <a:pt x="113419" y="22873"/>
                    <a:pt x="114586" y="21123"/>
                    <a:pt x="114598" y="20694"/>
                  </a:cubicBezTo>
                  <a:cubicBezTo>
                    <a:pt x="114598" y="20325"/>
                    <a:pt x="114527" y="20075"/>
                    <a:pt x="114408" y="19980"/>
                  </a:cubicBezTo>
                  <a:cubicBezTo>
                    <a:pt x="114337" y="19933"/>
                    <a:pt x="114242" y="19918"/>
                    <a:pt x="114150" y="19918"/>
                  </a:cubicBezTo>
                  <a:cubicBezTo>
                    <a:pt x="114008" y="19918"/>
                    <a:pt x="113872" y="19954"/>
                    <a:pt x="113836" y="19968"/>
                  </a:cubicBezTo>
                  <a:cubicBezTo>
                    <a:pt x="113766" y="19994"/>
                    <a:pt x="113699" y="20005"/>
                    <a:pt x="113636" y="20005"/>
                  </a:cubicBezTo>
                  <a:cubicBezTo>
                    <a:pt x="113116" y="20005"/>
                    <a:pt x="112893" y="19204"/>
                    <a:pt x="113467" y="18992"/>
                  </a:cubicBezTo>
                  <a:cubicBezTo>
                    <a:pt x="113521" y="18972"/>
                    <a:pt x="113803" y="18870"/>
                    <a:pt x="114155" y="18870"/>
                  </a:cubicBezTo>
                  <a:close/>
                  <a:moveTo>
                    <a:pt x="57210" y="9122"/>
                  </a:moveTo>
                  <a:cubicBezTo>
                    <a:pt x="57305" y="9241"/>
                    <a:pt x="57377" y="9372"/>
                    <a:pt x="57448" y="9479"/>
                  </a:cubicBezTo>
                  <a:cubicBezTo>
                    <a:pt x="59758" y="13051"/>
                    <a:pt x="60996" y="18385"/>
                    <a:pt x="58543" y="22278"/>
                  </a:cubicBezTo>
                  <a:cubicBezTo>
                    <a:pt x="56972" y="24769"/>
                    <a:pt x="53785" y="26561"/>
                    <a:pt x="51196" y="26561"/>
                  </a:cubicBezTo>
                  <a:cubicBezTo>
                    <a:pt x="50803" y="26561"/>
                    <a:pt x="50424" y="26520"/>
                    <a:pt x="50066" y="26433"/>
                  </a:cubicBezTo>
                  <a:cubicBezTo>
                    <a:pt x="48078" y="25957"/>
                    <a:pt x="46935" y="24112"/>
                    <a:pt x="46661" y="20945"/>
                  </a:cubicBezTo>
                  <a:cubicBezTo>
                    <a:pt x="46268" y="16575"/>
                    <a:pt x="49221" y="13289"/>
                    <a:pt x="50138" y="12396"/>
                  </a:cubicBezTo>
                  <a:cubicBezTo>
                    <a:pt x="52221" y="10336"/>
                    <a:pt x="54805" y="9443"/>
                    <a:pt x="57210" y="9122"/>
                  </a:cubicBezTo>
                  <a:close/>
                  <a:moveTo>
                    <a:pt x="87016" y="25990"/>
                  </a:moveTo>
                  <a:cubicBezTo>
                    <a:pt x="87123" y="25990"/>
                    <a:pt x="87236" y="26027"/>
                    <a:pt x="87345" y="26112"/>
                  </a:cubicBezTo>
                  <a:cubicBezTo>
                    <a:pt x="87380" y="26148"/>
                    <a:pt x="90309" y="28410"/>
                    <a:pt x="94762" y="28529"/>
                  </a:cubicBezTo>
                  <a:cubicBezTo>
                    <a:pt x="95465" y="28541"/>
                    <a:pt x="95453" y="29577"/>
                    <a:pt x="94750" y="29577"/>
                  </a:cubicBezTo>
                  <a:lnTo>
                    <a:pt x="94738" y="29577"/>
                  </a:lnTo>
                  <a:cubicBezTo>
                    <a:pt x="89904" y="29446"/>
                    <a:pt x="86821" y="27029"/>
                    <a:pt x="86690" y="26933"/>
                  </a:cubicBezTo>
                  <a:cubicBezTo>
                    <a:pt x="86251" y="26580"/>
                    <a:pt x="86584" y="25990"/>
                    <a:pt x="87016" y="25990"/>
                  </a:cubicBezTo>
                  <a:close/>
                  <a:moveTo>
                    <a:pt x="44013" y="24368"/>
                  </a:moveTo>
                  <a:cubicBezTo>
                    <a:pt x="44213" y="24368"/>
                    <a:pt x="44411" y="24477"/>
                    <a:pt x="44494" y="24731"/>
                  </a:cubicBezTo>
                  <a:cubicBezTo>
                    <a:pt x="44494" y="24755"/>
                    <a:pt x="45149" y="26779"/>
                    <a:pt x="46721" y="28219"/>
                  </a:cubicBezTo>
                  <a:cubicBezTo>
                    <a:pt x="47959" y="29364"/>
                    <a:pt x="49759" y="29828"/>
                    <a:pt x="51253" y="29828"/>
                  </a:cubicBezTo>
                  <a:cubicBezTo>
                    <a:pt x="51655" y="29828"/>
                    <a:pt x="52035" y="29794"/>
                    <a:pt x="52376" y="29731"/>
                  </a:cubicBezTo>
                  <a:cubicBezTo>
                    <a:pt x="52423" y="29721"/>
                    <a:pt x="52467" y="29716"/>
                    <a:pt x="52509" y="29716"/>
                  </a:cubicBezTo>
                  <a:cubicBezTo>
                    <a:pt x="53101" y="29716"/>
                    <a:pt x="53233" y="30666"/>
                    <a:pt x="52566" y="30755"/>
                  </a:cubicBezTo>
                  <a:lnTo>
                    <a:pt x="52578" y="30755"/>
                  </a:lnTo>
                  <a:cubicBezTo>
                    <a:pt x="52138" y="30839"/>
                    <a:pt x="51685" y="30874"/>
                    <a:pt x="51245" y="30874"/>
                  </a:cubicBezTo>
                  <a:cubicBezTo>
                    <a:pt x="49518" y="30874"/>
                    <a:pt x="47494" y="30327"/>
                    <a:pt x="46030" y="28993"/>
                  </a:cubicBezTo>
                  <a:cubicBezTo>
                    <a:pt x="44244" y="27350"/>
                    <a:pt x="43530" y="25136"/>
                    <a:pt x="43494" y="25040"/>
                  </a:cubicBezTo>
                  <a:cubicBezTo>
                    <a:pt x="43377" y="24639"/>
                    <a:pt x="43698" y="24368"/>
                    <a:pt x="44013" y="24368"/>
                  </a:cubicBezTo>
                  <a:close/>
                  <a:moveTo>
                    <a:pt x="30069" y="29006"/>
                  </a:moveTo>
                  <a:cubicBezTo>
                    <a:pt x="30529" y="29006"/>
                    <a:pt x="30825" y="29682"/>
                    <a:pt x="30326" y="29981"/>
                  </a:cubicBezTo>
                  <a:cubicBezTo>
                    <a:pt x="30195" y="30065"/>
                    <a:pt x="27063" y="31958"/>
                    <a:pt x="23670" y="32398"/>
                  </a:cubicBezTo>
                  <a:cubicBezTo>
                    <a:pt x="22979" y="32482"/>
                    <a:pt x="22289" y="32529"/>
                    <a:pt x="21586" y="32529"/>
                  </a:cubicBezTo>
                  <a:cubicBezTo>
                    <a:pt x="19967" y="32529"/>
                    <a:pt x="18360" y="32327"/>
                    <a:pt x="16776" y="31934"/>
                  </a:cubicBezTo>
                  <a:cubicBezTo>
                    <a:pt x="16163" y="31770"/>
                    <a:pt x="16345" y="30901"/>
                    <a:pt x="16897" y="30901"/>
                  </a:cubicBezTo>
                  <a:cubicBezTo>
                    <a:pt x="16945" y="30901"/>
                    <a:pt x="16996" y="30908"/>
                    <a:pt x="17050" y="30922"/>
                  </a:cubicBezTo>
                  <a:cubicBezTo>
                    <a:pt x="17079" y="30931"/>
                    <a:pt x="19128" y="31482"/>
                    <a:pt x="21624" y="31482"/>
                  </a:cubicBezTo>
                  <a:cubicBezTo>
                    <a:pt x="22246" y="31482"/>
                    <a:pt x="22897" y="31448"/>
                    <a:pt x="23551" y="31362"/>
                  </a:cubicBezTo>
                  <a:cubicBezTo>
                    <a:pt x="26718" y="30946"/>
                    <a:pt x="29754" y="29112"/>
                    <a:pt x="29790" y="29088"/>
                  </a:cubicBezTo>
                  <a:cubicBezTo>
                    <a:pt x="29886" y="29031"/>
                    <a:pt x="29981" y="29006"/>
                    <a:pt x="30069" y="29006"/>
                  </a:cubicBezTo>
                  <a:close/>
                  <a:moveTo>
                    <a:pt x="51760" y="1"/>
                  </a:moveTo>
                  <a:cubicBezTo>
                    <a:pt x="47802" y="1"/>
                    <a:pt x="44498" y="2444"/>
                    <a:pt x="41553" y="4645"/>
                  </a:cubicBezTo>
                  <a:cubicBezTo>
                    <a:pt x="39993" y="5800"/>
                    <a:pt x="38517" y="7038"/>
                    <a:pt x="37112" y="8360"/>
                  </a:cubicBezTo>
                  <a:cubicBezTo>
                    <a:pt x="36374" y="7336"/>
                    <a:pt x="35421" y="6490"/>
                    <a:pt x="34302" y="5871"/>
                  </a:cubicBezTo>
                  <a:cubicBezTo>
                    <a:pt x="32339" y="4795"/>
                    <a:pt x="30290" y="4245"/>
                    <a:pt x="28371" y="4245"/>
                  </a:cubicBezTo>
                  <a:cubicBezTo>
                    <a:pt x="27276" y="4245"/>
                    <a:pt x="26223" y="4424"/>
                    <a:pt x="25254" y="4788"/>
                  </a:cubicBezTo>
                  <a:cubicBezTo>
                    <a:pt x="23063" y="5621"/>
                    <a:pt x="21444" y="7324"/>
                    <a:pt x="20574" y="9729"/>
                  </a:cubicBezTo>
                  <a:cubicBezTo>
                    <a:pt x="19479" y="12741"/>
                    <a:pt x="20277" y="16253"/>
                    <a:pt x="22587" y="18670"/>
                  </a:cubicBezTo>
                  <a:cubicBezTo>
                    <a:pt x="24182" y="20336"/>
                    <a:pt x="26218" y="21222"/>
                    <a:pt x="28320" y="21222"/>
                  </a:cubicBezTo>
                  <a:cubicBezTo>
                    <a:pt x="29089" y="21222"/>
                    <a:pt x="29867" y="21103"/>
                    <a:pt x="30635" y="20861"/>
                  </a:cubicBezTo>
                  <a:cubicBezTo>
                    <a:pt x="31766" y="20504"/>
                    <a:pt x="32802" y="19932"/>
                    <a:pt x="33719" y="19194"/>
                  </a:cubicBezTo>
                  <a:lnTo>
                    <a:pt x="33719" y="19194"/>
                  </a:lnTo>
                  <a:cubicBezTo>
                    <a:pt x="33707" y="19290"/>
                    <a:pt x="33683" y="19385"/>
                    <a:pt x="33659" y="19492"/>
                  </a:cubicBezTo>
                  <a:cubicBezTo>
                    <a:pt x="32528" y="23957"/>
                    <a:pt x="28647" y="26267"/>
                    <a:pt x="27028" y="27052"/>
                  </a:cubicBezTo>
                  <a:cubicBezTo>
                    <a:pt x="25063" y="28004"/>
                    <a:pt x="23130" y="28314"/>
                    <a:pt x="21415" y="28314"/>
                  </a:cubicBezTo>
                  <a:cubicBezTo>
                    <a:pt x="19118" y="28314"/>
                    <a:pt x="17210" y="27759"/>
                    <a:pt x="16133" y="27445"/>
                  </a:cubicBezTo>
                  <a:cubicBezTo>
                    <a:pt x="9918" y="25636"/>
                    <a:pt x="6442" y="20814"/>
                    <a:pt x="5239" y="18825"/>
                  </a:cubicBezTo>
                  <a:cubicBezTo>
                    <a:pt x="4750" y="17989"/>
                    <a:pt x="3873" y="17523"/>
                    <a:pt x="2974" y="17523"/>
                  </a:cubicBezTo>
                  <a:cubicBezTo>
                    <a:pt x="2516" y="17523"/>
                    <a:pt x="2053" y="17644"/>
                    <a:pt x="1632" y="17897"/>
                  </a:cubicBezTo>
                  <a:cubicBezTo>
                    <a:pt x="381" y="18659"/>
                    <a:pt x="0" y="20290"/>
                    <a:pt x="786" y="21516"/>
                  </a:cubicBezTo>
                  <a:cubicBezTo>
                    <a:pt x="2667" y="24647"/>
                    <a:pt x="6989" y="30208"/>
                    <a:pt x="14669" y="32446"/>
                  </a:cubicBezTo>
                  <a:cubicBezTo>
                    <a:pt x="15931" y="32815"/>
                    <a:pt x="18384" y="33529"/>
                    <a:pt x="21420" y="33529"/>
                  </a:cubicBezTo>
                  <a:cubicBezTo>
                    <a:pt x="21446" y="33530"/>
                    <a:pt x="21472" y="33530"/>
                    <a:pt x="21498" y="33530"/>
                  </a:cubicBezTo>
                  <a:cubicBezTo>
                    <a:pt x="24198" y="33530"/>
                    <a:pt x="26873" y="32923"/>
                    <a:pt x="29302" y="31743"/>
                  </a:cubicBezTo>
                  <a:cubicBezTo>
                    <a:pt x="31576" y="30636"/>
                    <a:pt x="37041" y="27362"/>
                    <a:pt x="38708" y="20766"/>
                  </a:cubicBezTo>
                  <a:cubicBezTo>
                    <a:pt x="39267" y="18468"/>
                    <a:pt x="39410" y="16087"/>
                    <a:pt x="39112" y="13729"/>
                  </a:cubicBezTo>
                  <a:cubicBezTo>
                    <a:pt x="40827" y="11955"/>
                    <a:pt x="42672" y="10312"/>
                    <a:pt x="44661" y="8836"/>
                  </a:cubicBezTo>
                  <a:cubicBezTo>
                    <a:pt x="47542" y="6693"/>
                    <a:pt x="49685" y="5228"/>
                    <a:pt x="51769" y="5228"/>
                  </a:cubicBezTo>
                  <a:cubicBezTo>
                    <a:pt x="49804" y="6026"/>
                    <a:pt x="48006" y="7205"/>
                    <a:pt x="46494" y="8693"/>
                  </a:cubicBezTo>
                  <a:cubicBezTo>
                    <a:pt x="44792" y="10372"/>
                    <a:pt x="40898" y="14956"/>
                    <a:pt x="41470" y="21421"/>
                  </a:cubicBezTo>
                  <a:cubicBezTo>
                    <a:pt x="41946" y="26826"/>
                    <a:pt x="44637" y="30505"/>
                    <a:pt x="48840" y="31517"/>
                  </a:cubicBezTo>
                  <a:cubicBezTo>
                    <a:pt x="49588" y="31697"/>
                    <a:pt x="50367" y="31784"/>
                    <a:pt x="51160" y="31784"/>
                  </a:cubicBezTo>
                  <a:cubicBezTo>
                    <a:pt x="55555" y="31784"/>
                    <a:pt x="60397" y="29131"/>
                    <a:pt x="62949" y="25076"/>
                  </a:cubicBezTo>
                  <a:cubicBezTo>
                    <a:pt x="64699" y="22302"/>
                    <a:pt x="65401" y="18932"/>
                    <a:pt x="64973" y="15337"/>
                  </a:cubicBezTo>
                  <a:cubicBezTo>
                    <a:pt x="64723" y="13253"/>
                    <a:pt x="64151" y="11217"/>
                    <a:pt x="63282" y="9312"/>
                  </a:cubicBezTo>
                  <a:lnTo>
                    <a:pt x="63282" y="9312"/>
                  </a:lnTo>
                  <a:cubicBezTo>
                    <a:pt x="63639" y="9384"/>
                    <a:pt x="63949" y="9443"/>
                    <a:pt x="64187" y="9503"/>
                  </a:cubicBezTo>
                  <a:cubicBezTo>
                    <a:pt x="71295" y="11169"/>
                    <a:pt x="74545" y="16861"/>
                    <a:pt x="77427" y="21885"/>
                  </a:cubicBezTo>
                  <a:cubicBezTo>
                    <a:pt x="77986" y="22861"/>
                    <a:pt x="78510" y="23790"/>
                    <a:pt x="79058" y="24659"/>
                  </a:cubicBezTo>
                  <a:cubicBezTo>
                    <a:pt x="82344" y="29898"/>
                    <a:pt x="89381" y="33327"/>
                    <a:pt x="96727" y="33327"/>
                  </a:cubicBezTo>
                  <a:cubicBezTo>
                    <a:pt x="96953" y="33327"/>
                    <a:pt x="97179" y="33327"/>
                    <a:pt x="97405" y="33315"/>
                  </a:cubicBezTo>
                  <a:cubicBezTo>
                    <a:pt x="101013" y="33232"/>
                    <a:pt x="104561" y="32244"/>
                    <a:pt x="107704" y="30469"/>
                  </a:cubicBezTo>
                  <a:cubicBezTo>
                    <a:pt x="111157" y="28469"/>
                    <a:pt x="113967" y="25552"/>
                    <a:pt x="116039" y="21778"/>
                  </a:cubicBezTo>
                  <a:cubicBezTo>
                    <a:pt x="116729" y="20516"/>
                    <a:pt x="116265" y="18932"/>
                    <a:pt x="115003" y="18242"/>
                  </a:cubicBezTo>
                  <a:cubicBezTo>
                    <a:pt x="114606" y="18025"/>
                    <a:pt x="114178" y="17922"/>
                    <a:pt x="113756" y="17922"/>
                  </a:cubicBezTo>
                  <a:cubicBezTo>
                    <a:pt x="112834" y="17922"/>
                    <a:pt x="111940" y="18412"/>
                    <a:pt x="111467" y="19278"/>
                  </a:cubicBezTo>
                  <a:cubicBezTo>
                    <a:pt x="107371" y="26731"/>
                    <a:pt x="100811" y="28017"/>
                    <a:pt x="97251" y="28112"/>
                  </a:cubicBezTo>
                  <a:cubicBezTo>
                    <a:pt x="97075" y="28117"/>
                    <a:pt x="96899" y="28120"/>
                    <a:pt x="96723" y="28120"/>
                  </a:cubicBezTo>
                  <a:cubicBezTo>
                    <a:pt x="91201" y="28120"/>
                    <a:pt x="85794" y="25601"/>
                    <a:pt x="83463" y="21885"/>
                  </a:cubicBezTo>
                  <a:cubicBezTo>
                    <a:pt x="82987" y="21111"/>
                    <a:pt x="82475" y="20230"/>
                    <a:pt x="81939" y="19301"/>
                  </a:cubicBezTo>
                  <a:cubicBezTo>
                    <a:pt x="78891" y="13944"/>
                    <a:pt x="74688" y="6621"/>
                    <a:pt x="65390" y="4431"/>
                  </a:cubicBezTo>
                  <a:cubicBezTo>
                    <a:pt x="63508" y="3990"/>
                    <a:pt x="61580" y="3764"/>
                    <a:pt x="59651" y="3752"/>
                  </a:cubicBezTo>
                  <a:cubicBezTo>
                    <a:pt x="58258" y="2228"/>
                    <a:pt x="56281" y="692"/>
                    <a:pt x="53614" y="180"/>
                  </a:cubicBezTo>
                  <a:cubicBezTo>
                    <a:pt x="52980" y="57"/>
                    <a:pt x="52363" y="1"/>
                    <a:pt x="517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0" name="Google Shape;1140;p22"/>
            <p:cNvGrpSpPr/>
            <p:nvPr/>
          </p:nvGrpSpPr>
          <p:grpSpPr>
            <a:xfrm rot="-6582615">
              <a:off x="7513280" y="-3907016"/>
              <a:ext cx="4373527" cy="4373487"/>
              <a:chOff x="2499100" y="1489300"/>
              <a:chExt cx="2736100" cy="2736075"/>
            </a:xfrm>
          </p:grpSpPr>
          <p:sp>
            <p:nvSpPr>
              <p:cNvPr id="1141" name="Google Shape;1141;p22"/>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2"/>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2"/>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2"/>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2"/>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2"/>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2"/>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2"/>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2"/>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2"/>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2"/>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2"/>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2"/>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2"/>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2"/>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2"/>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2"/>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2"/>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2"/>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2"/>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2"/>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2"/>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2"/>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2"/>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2"/>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2"/>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2"/>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2"/>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9" name="Google Shape;1169;p22"/>
            <p:cNvGrpSpPr/>
            <p:nvPr/>
          </p:nvGrpSpPr>
          <p:grpSpPr>
            <a:xfrm rot="-6582615">
              <a:off x="-3276020" y="4061534"/>
              <a:ext cx="4373527" cy="4373487"/>
              <a:chOff x="2499100" y="1489300"/>
              <a:chExt cx="2736100" cy="2736075"/>
            </a:xfrm>
          </p:grpSpPr>
          <p:sp>
            <p:nvSpPr>
              <p:cNvPr id="1170" name="Google Shape;1170;p22"/>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2"/>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2"/>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2"/>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2"/>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2"/>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2"/>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2"/>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2"/>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2"/>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2"/>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2"/>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2"/>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2"/>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2"/>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2"/>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2"/>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2"/>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2"/>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2"/>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2"/>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2"/>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2"/>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2"/>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2"/>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2"/>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2"/>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2"/>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8" name="Google Shape;1198;p22"/>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99" name="Google Shape;1199;p22"/>
          <p:cNvSpPr txBox="1">
            <a:spLocks noGrp="1"/>
          </p:cNvSpPr>
          <p:nvPr>
            <p:ph type="title" idx="2"/>
          </p:nvPr>
        </p:nvSpPr>
        <p:spPr>
          <a:xfrm>
            <a:off x="3400872" y="2294700"/>
            <a:ext cx="23424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200" name="Google Shape;1200;p22"/>
          <p:cNvSpPr txBox="1">
            <a:spLocks noGrp="1"/>
          </p:cNvSpPr>
          <p:nvPr>
            <p:ph type="title" idx="3"/>
          </p:nvPr>
        </p:nvSpPr>
        <p:spPr>
          <a:xfrm>
            <a:off x="3400834" y="2750100"/>
            <a:ext cx="23424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
        <p:nvSpPr>
          <p:cNvPr id="1201" name="Google Shape;1201;p22"/>
          <p:cNvSpPr txBox="1">
            <a:spLocks noGrp="1"/>
          </p:cNvSpPr>
          <p:nvPr>
            <p:ph type="title" idx="4"/>
          </p:nvPr>
        </p:nvSpPr>
        <p:spPr>
          <a:xfrm>
            <a:off x="768171" y="2294700"/>
            <a:ext cx="23424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202" name="Google Shape;1202;p22"/>
          <p:cNvSpPr txBox="1">
            <a:spLocks noGrp="1"/>
          </p:cNvSpPr>
          <p:nvPr>
            <p:ph type="title" idx="5"/>
          </p:nvPr>
        </p:nvSpPr>
        <p:spPr>
          <a:xfrm>
            <a:off x="768125" y="2750100"/>
            <a:ext cx="23424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
        <p:nvSpPr>
          <p:cNvPr id="1203" name="Google Shape;1203;p22"/>
          <p:cNvSpPr txBox="1">
            <a:spLocks noGrp="1"/>
          </p:cNvSpPr>
          <p:nvPr>
            <p:ph type="title" idx="6"/>
          </p:nvPr>
        </p:nvSpPr>
        <p:spPr>
          <a:xfrm>
            <a:off x="6033480" y="2294700"/>
            <a:ext cx="23424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000"/>
              <a:buNone/>
              <a:defRPr sz="1800" b="1"/>
            </a:lvl1pPr>
            <a:lvl2pPr lvl="1" rtl="0">
              <a:spcBef>
                <a:spcPts val="0"/>
              </a:spcBef>
              <a:spcAft>
                <a:spcPts val="0"/>
              </a:spcAft>
              <a:buClr>
                <a:schemeClr val="accent1"/>
              </a:buClr>
              <a:buSzPts val="2000"/>
              <a:buNone/>
              <a:defRPr sz="2000">
                <a:solidFill>
                  <a:schemeClr val="accent1"/>
                </a:solidFill>
              </a:defRPr>
            </a:lvl2pPr>
            <a:lvl3pPr lvl="2" rtl="0">
              <a:spcBef>
                <a:spcPts val="0"/>
              </a:spcBef>
              <a:spcAft>
                <a:spcPts val="0"/>
              </a:spcAft>
              <a:buClr>
                <a:schemeClr val="accent1"/>
              </a:buClr>
              <a:buSzPts val="2000"/>
              <a:buNone/>
              <a:defRPr sz="2000">
                <a:solidFill>
                  <a:schemeClr val="accent1"/>
                </a:solidFill>
              </a:defRPr>
            </a:lvl3pPr>
            <a:lvl4pPr lvl="3" rtl="0">
              <a:spcBef>
                <a:spcPts val="0"/>
              </a:spcBef>
              <a:spcAft>
                <a:spcPts val="0"/>
              </a:spcAft>
              <a:buClr>
                <a:schemeClr val="accent1"/>
              </a:buClr>
              <a:buSzPts val="2000"/>
              <a:buNone/>
              <a:defRPr sz="2000">
                <a:solidFill>
                  <a:schemeClr val="accent1"/>
                </a:solidFill>
              </a:defRPr>
            </a:lvl4pPr>
            <a:lvl5pPr lvl="4" rtl="0">
              <a:spcBef>
                <a:spcPts val="0"/>
              </a:spcBef>
              <a:spcAft>
                <a:spcPts val="0"/>
              </a:spcAft>
              <a:buClr>
                <a:schemeClr val="accent1"/>
              </a:buClr>
              <a:buSzPts val="2000"/>
              <a:buNone/>
              <a:defRPr sz="2000">
                <a:solidFill>
                  <a:schemeClr val="accent1"/>
                </a:solidFill>
              </a:defRPr>
            </a:lvl5pPr>
            <a:lvl6pPr lvl="5" rtl="0">
              <a:spcBef>
                <a:spcPts val="0"/>
              </a:spcBef>
              <a:spcAft>
                <a:spcPts val="0"/>
              </a:spcAft>
              <a:buClr>
                <a:schemeClr val="accent1"/>
              </a:buClr>
              <a:buSzPts val="2000"/>
              <a:buNone/>
              <a:defRPr sz="2000">
                <a:solidFill>
                  <a:schemeClr val="accent1"/>
                </a:solidFill>
              </a:defRPr>
            </a:lvl6pPr>
            <a:lvl7pPr lvl="6" rtl="0">
              <a:spcBef>
                <a:spcPts val="0"/>
              </a:spcBef>
              <a:spcAft>
                <a:spcPts val="0"/>
              </a:spcAft>
              <a:buClr>
                <a:schemeClr val="accent1"/>
              </a:buClr>
              <a:buSzPts val="2000"/>
              <a:buNone/>
              <a:defRPr sz="2000">
                <a:solidFill>
                  <a:schemeClr val="accent1"/>
                </a:solidFill>
              </a:defRPr>
            </a:lvl7pPr>
            <a:lvl8pPr lvl="7" rtl="0">
              <a:spcBef>
                <a:spcPts val="0"/>
              </a:spcBef>
              <a:spcAft>
                <a:spcPts val="0"/>
              </a:spcAft>
              <a:buClr>
                <a:schemeClr val="accent1"/>
              </a:buClr>
              <a:buSzPts val="2000"/>
              <a:buNone/>
              <a:defRPr sz="2000">
                <a:solidFill>
                  <a:schemeClr val="accent1"/>
                </a:solidFill>
              </a:defRPr>
            </a:lvl8pPr>
            <a:lvl9pPr lvl="8" rtl="0">
              <a:spcBef>
                <a:spcPts val="0"/>
              </a:spcBef>
              <a:spcAft>
                <a:spcPts val="0"/>
              </a:spcAft>
              <a:buClr>
                <a:schemeClr val="accent1"/>
              </a:buClr>
              <a:buSzPts val="2000"/>
              <a:buNone/>
              <a:defRPr sz="2000">
                <a:solidFill>
                  <a:schemeClr val="accent1"/>
                </a:solidFill>
              </a:defRPr>
            </a:lvl9pPr>
          </a:lstStyle>
          <a:p>
            <a:endParaRPr/>
          </a:p>
        </p:txBody>
      </p:sp>
      <p:sp>
        <p:nvSpPr>
          <p:cNvPr id="1204" name="Google Shape;1204;p22"/>
          <p:cNvSpPr txBox="1">
            <a:spLocks noGrp="1"/>
          </p:cNvSpPr>
          <p:nvPr>
            <p:ph type="title" idx="7"/>
          </p:nvPr>
        </p:nvSpPr>
        <p:spPr>
          <a:xfrm>
            <a:off x="6033543" y="2750100"/>
            <a:ext cx="23424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DM Sans"/>
              <a:buNone/>
              <a:defRPr sz="1400" b="0">
                <a:solidFill>
                  <a:schemeClr val="dk2"/>
                </a:solidFill>
                <a:latin typeface="DM Sans"/>
                <a:ea typeface="DM Sans"/>
                <a:cs typeface="DM Sans"/>
                <a:sym typeface="DM Sans"/>
              </a:defRPr>
            </a:lvl1pPr>
            <a:lvl2pPr lvl="1" rtl="0">
              <a:spcBef>
                <a:spcPts val="0"/>
              </a:spcBef>
              <a:spcAft>
                <a:spcPts val="0"/>
              </a:spcAft>
              <a:buSzPts val="1400"/>
              <a:buFont typeface="DM Sans"/>
              <a:buNone/>
              <a:defRPr sz="1400" b="0">
                <a:latin typeface="DM Sans"/>
                <a:ea typeface="DM Sans"/>
                <a:cs typeface="DM Sans"/>
                <a:sym typeface="DM Sans"/>
              </a:defRPr>
            </a:lvl2pPr>
            <a:lvl3pPr lvl="2" rtl="0">
              <a:spcBef>
                <a:spcPts val="0"/>
              </a:spcBef>
              <a:spcAft>
                <a:spcPts val="0"/>
              </a:spcAft>
              <a:buSzPts val="1400"/>
              <a:buFont typeface="DM Sans"/>
              <a:buNone/>
              <a:defRPr sz="1400" b="0">
                <a:latin typeface="DM Sans"/>
                <a:ea typeface="DM Sans"/>
                <a:cs typeface="DM Sans"/>
                <a:sym typeface="DM Sans"/>
              </a:defRPr>
            </a:lvl3pPr>
            <a:lvl4pPr lvl="3" rtl="0">
              <a:spcBef>
                <a:spcPts val="0"/>
              </a:spcBef>
              <a:spcAft>
                <a:spcPts val="0"/>
              </a:spcAft>
              <a:buSzPts val="1400"/>
              <a:buFont typeface="DM Sans"/>
              <a:buNone/>
              <a:defRPr sz="1400" b="0">
                <a:latin typeface="DM Sans"/>
                <a:ea typeface="DM Sans"/>
                <a:cs typeface="DM Sans"/>
                <a:sym typeface="DM Sans"/>
              </a:defRPr>
            </a:lvl4pPr>
            <a:lvl5pPr lvl="4" rtl="0">
              <a:spcBef>
                <a:spcPts val="0"/>
              </a:spcBef>
              <a:spcAft>
                <a:spcPts val="0"/>
              </a:spcAft>
              <a:buSzPts val="1400"/>
              <a:buFont typeface="DM Sans"/>
              <a:buNone/>
              <a:defRPr sz="1400" b="0">
                <a:latin typeface="DM Sans"/>
                <a:ea typeface="DM Sans"/>
                <a:cs typeface="DM Sans"/>
                <a:sym typeface="DM Sans"/>
              </a:defRPr>
            </a:lvl5pPr>
            <a:lvl6pPr lvl="5" rtl="0">
              <a:spcBef>
                <a:spcPts val="0"/>
              </a:spcBef>
              <a:spcAft>
                <a:spcPts val="0"/>
              </a:spcAft>
              <a:buSzPts val="1400"/>
              <a:buFont typeface="DM Sans"/>
              <a:buNone/>
              <a:defRPr sz="1400" b="0">
                <a:latin typeface="DM Sans"/>
                <a:ea typeface="DM Sans"/>
                <a:cs typeface="DM Sans"/>
                <a:sym typeface="DM Sans"/>
              </a:defRPr>
            </a:lvl6pPr>
            <a:lvl7pPr lvl="6" rtl="0">
              <a:spcBef>
                <a:spcPts val="0"/>
              </a:spcBef>
              <a:spcAft>
                <a:spcPts val="0"/>
              </a:spcAft>
              <a:buSzPts val="1400"/>
              <a:buFont typeface="DM Sans"/>
              <a:buNone/>
              <a:defRPr sz="1400" b="0">
                <a:latin typeface="DM Sans"/>
                <a:ea typeface="DM Sans"/>
                <a:cs typeface="DM Sans"/>
                <a:sym typeface="DM Sans"/>
              </a:defRPr>
            </a:lvl7pPr>
            <a:lvl8pPr lvl="7" rtl="0">
              <a:spcBef>
                <a:spcPts val="0"/>
              </a:spcBef>
              <a:spcAft>
                <a:spcPts val="0"/>
              </a:spcAft>
              <a:buSzPts val="1400"/>
              <a:buFont typeface="DM Sans"/>
              <a:buNone/>
              <a:defRPr sz="1400" b="0">
                <a:latin typeface="DM Sans"/>
                <a:ea typeface="DM Sans"/>
                <a:cs typeface="DM Sans"/>
                <a:sym typeface="DM Sans"/>
              </a:defRPr>
            </a:lvl8pPr>
            <a:lvl9pPr lvl="8" rtl="0">
              <a:spcBef>
                <a:spcPts val="0"/>
              </a:spcBef>
              <a:spcAft>
                <a:spcPts val="0"/>
              </a:spcAft>
              <a:buSzPts val="1400"/>
              <a:buFont typeface="DM Sans"/>
              <a:buNone/>
              <a:defRPr sz="1400" b="0">
                <a:latin typeface="DM Sans"/>
                <a:ea typeface="DM Sans"/>
                <a:cs typeface="DM Sans"/>
                <a:sym typeface="DM Sans"/>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547"/>
        <p:cNvGrpSpPr/>
        <p:nvPr/>
      </p:nvGrpSpPr>
      <p:grpSpPr>
        <a:xfrm>
          <a:off x="0" y="0"/>
          <a:ext cx="0" cy="0"/>
          <a:chOff x="0" y="0"/>
          <a:chExt cx="0" cy="0"/>
        </a:xfrm>
      </p:grpSpPr>
      <p:grpSp>
        <p:nvGrpSpPr>
          <p:cNvPr id="1548" name="Google Shape;1548;p28"/>
          <p:cNvGrpSpPr/>
          <p:nvPr/>
        </p:nvGrpSpPr>
        <p:grpSpPr>
          <a:xfrm>
            <a:off x="-2404150" y="-4190619"/>
            <a:ext cx="14684463" cy="13151515"/>
            <a:chOff x="-2404150" y="-4190619"/>
            <a:chExt cx="14684463" cy="13151515"/>
          </a:xfrm>
        </p:grpSpPr>
        <p:grpSp>
          <p:nvGrpSpPr>
            <p:cNvPr id="1549" name="Google Shape;1549;p28"/>
            <p:cNvGrpSpPr/>
            <p:nvPr/>
          </p:nvGrpSpPr>
          <p:grpSpPr>
            <a:xfrm rot="-5400000">
              <a:off x="-2404169" y="4587261"/>
              <a:ext cx="4373656" cy="4373616"/>
              <a:chOff x="2499100" y="1489300"/>
              <a:chExt cx="2736100" cy="2736075"/>
            </a:xfrm>
          </p:grpSpPr>
          <p:sp>
            <p:nvSpPr>
              <p:cNvPr id="1550" name="Google Shape;1550;p28"/>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8"/>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8"/>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8"/>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8"/>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8"/>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8"/>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8"/>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8"/>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8"/>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8"/>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8"/>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8"/>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8"/>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8"/>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8"/>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8"/>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8"/>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8"/>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8"/>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8"/>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8"/>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8"/>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8"/>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8"/>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8"/>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8"/>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8"/>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8" name="Google Shape;1578;p28"/>
            <p:cNvGrpSpPr/>
            <p:nvPr/>
          </p:nvGrpSpPr>
          <p:grpSpPr>
            <a:xfrm rot="-6299972">
              <a:off x="7415325" y="-3699149"/>
              <a:ext cx="4373554" cy="4373514"/>
              <a:chOff x="2499100" y="1489300"/>
              <a:chExt cx="2736100" cy="2736075"/>
            </a:xfrm>
          </p:grpSpPr>
          <p:sp>
            <p:nvSpPr>
              <p:cNvPr id="1579" name="Google Shape;1579;p28"/>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8"/>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8"/>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8"/>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8"/>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8"/>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8"/>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8"/>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8"/>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8"/>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8"/>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8"/>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8"/>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8"/>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8"/>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8"/>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8"/>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8"/>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8"/>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8"/>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8"/>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8"/>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8"/>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8"/>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8"/>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8"/>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8"/>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8"/>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7" name="Google Shape;1607;p28"/>
            <p:cNvSpPr/>
            <p:nvPr/>
          </p:nvSpPr>
          <p:spPr>
            <a:xfrm flipH="1">
              <a:off x="-1642182" y="236039"/>
              <a:ext cx="3226693" cy="838266"/>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8"/>
            <p:cNvSpPr/>
            <p:nvPr/>
          </p:nvSpPr>
          <p:spPr>
            <a:xfrm>
              <a:off x="7884621"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9">
    <p:spTree>
      <p:nvGrpSpPr>
        <p:cNvPr id="1" name="Shape 1609"/>
        <p:cNvGrpSpPr/>
        <p:nvPr/>
      </p:nvGrpSpPr>
      <p:grpSpPr>
        <a:xfrm>
          <a:off x="0" y="0"/>
          <a:ext cx="0" cy="0"/>
          <a:chOff x="0" y="0"/>
          <a:chExt cx="0" cy="0"/>
        </a:xfrm>
      </p:grpSpPr>
      <p:grpSp>
        <p:nvGrpSpPr>
          <p:cNvPr id="1610" name="Google Shape;1610;p29"/>
          <p:cNvGrpSpPr/>
          <p:nvPr/>
        </p:nvGrpSpPr>
        <p:grpSpPr>
          <a:xfrm>
            <a:off x="-2267285" y="-4190619"/>
            <a:ext cx="13760368" cy="13235047"/>
            <a:chOff x="-2267285" y="-4190619"/>
            <a:chExt cx="13760368" cy="13235047"/>
          </a:xfrm>
        </p:grpSpPr>
        <p:grpSp>
          <p:nvGrpSpPr>
            <p:cNvPr id="1611" name="Google Shape;1611;p29"/>
            <p:cNvGrpSpPr/>
            <p:nvPr/>
          </p:nvGrpSpPr>
          <p:grpSpPr>
            <a:xfrm rot="-6299972">
              <a:off x="-1775850" y="-3699149"/>
              <a:ext cx="4373554" cy="4373514"/>
              <a:chOff x="2499100" y="1489300"/>
              <a:chExt cx="2736100" cy="2736075"/>
            </a:xfrm>
          </p:grpSpPr>
          <p:sp>
            <p:nvSpPr>
              <p:cNvPr id="1612" name="Google Shape;1612;p2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0" name="Google Shape;1640;p29"/>
            <p:cNvSpPr/>
            <p:nvPr/>
          </p:nvSpPr>
          <p:spPr>
            <a:xfrm>
              <a:off x="-1306554"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9"/>
            <p:cNvSpPr/>
            <p:nvPr/>
          </p:nvSpPr>
          <p:spPr>
            <a:xfrm rot="243564">
              <a:off x="8077352" y="-122047"/>
              <a:ext cx="2907919" cy="1487027"/>
            </a:xfrm>
            <a:custGeom>
              <a:avLst/>
              <a:gdLst/>
              <a:ahLst/>
              <a:cxnLst/>
              <a:rect l="l" t="t" r="r" b="b"/>
              <a:pathLst>
                <a:path w="80333" h="41080" extrusionOk="0">
                  <a:moveTo>
                    <a:pt x="77411" y="3454"/>
                  </a:moveTo>
                  <a:cubicBezTo>
                    <a:pt x="77533" y="3454"/>
                    <a:pt x="77654" y="3470"/>
                    <a:pt x="77772" y="3503"/>
                  </a:cubicBezTo>
                  <a:cubicBezTo>
                    <a:pt x="78511" y="3730"/>
                    <a:pt x="78796" y="4539"/>
                    <a:pt x="78832" y="4634"/>
                  </a:cubicBezTo>
                  <a:cubicBezTo>
                    <a:pt x="78915" y="4908"/>
                    <a:pt x="78761" y="5206"/>
                    <a:pt x="78475" y="5277"/>
                  </a:cubicBezTo>
                  <a:lnTo>
                    <a:pt x="78487" y="5277"/>
                  </a:lnTo>
                  <a:cubicBezTo>
                    <a:pt x="78432" y="5296"/>
                    <a:pt x="78376" y="5306"/>
                    <a:pt x="78322" y="5306"/>
                  </a:cubicBezTo>
                  <a:cubicBezTo>
                    <a:pt x="78106" y="5306"/>
                    <a:pt x="77908" y="5163"/>
                    <a:pt x="77832" y="4944"/>
                  </a:cubicBezTo>
                  <a:cubicBezTo>
                    <a:pt x="77796" y="4825"/>
                    <a:pt x="77653" y="4551"/>
                    <a:pt x="77475" y="4503"/>
                  </a:cubicBezTo>
                  <a:cubicBezTo>
                    <a:pt x="77451" y="4496"/>
                    <a:pt x="77424" y="4492"/>
                    <a:pt x="77396" y="4492"/>
                  </a:cubicBezTo>
                  <a:cubicBezTo>
                    <a:pt x="77242" y="4492"/>
                    <a:pt x="77027" y="4600"/>
                    <a:pt x="76796" y="4801"/>
                  </a:cubicBezTo>
                  <a:cubicBezTo>
                    <a:pt x="76463" y="5075"/>
                    <a:pt x="75796" y="7075"/>
                    <a:pt x="75296" y="9826"/>
                  </a:cubicBezTo>
                  <a:cubicBezTo>
                    <a:pt x="75260" y="10076"/>
                    <a:pt x="75034" y="10254"/>
                    <a:pt x="74784" y="10254"/>
                  </a:cubicBezTo>
                  <a:cubicBezTo>
                    <a:pt x="74760" y="10254"/>
                    <a:pt x="74724" y="10254"/>
                    <a:pt x="74689" y="10242"/>
                  </a:cubicBezTo>
                  <a:cubicBezTo>
                    <a:pt x="74415" y="10195"/>
                    <a:pt x="74224" y="9921"/>
                    <a:pt x="74272" y="9635"/>
                  </a:cubicBezTo>
                  <a:cubicBezTo>
                    <a:pt x="74486" y="8504"/>
                    <a:pt x="75225" y="4742"/>
                    <a:pt x="76129" y="3991"/>
                  </a:cubicBezTo>
                  <a:cubicBezTo>
                    <a:pt x="76578" y="3635"/>
                    <a:pt x="77005" y="3454"/>
                    <a:pt x="77411" y="3454"/>
                  </a:cubicBezTo>
                  <a:close/>
                  <a:moveTo>
                    <a:pt x="30983" y="10774"/>
                  </a:moveTo>
                  <a:cubicBezTo>
                    <a:pt x="31666" y="10774"/>
                    <a:pt x="32351" y="10869"/>
                    <a:pt x="33017" y="11064"/>
                  </a:cubicBezTo>
                  <a:cubicBezTo>
                    <a:pt x="33291" y="11159"/>
                    <a:pt x="33434" y="11445"/>
                    <a:pt x="33350" y="11719"/>
                  </a:cubicBezTo>
                  <a:cubicBezTo>
                    <a:pt x="33274" y="11937"/>
                    <a:pt x="33069" y="12080"/>
                    <a:pt x="32850" y="12080"/>
                  </a:cubicBezTo>
                  <a:cubicBezTo>
                    <a:pt x="32795" y="12080"/>
                    <a:pt x="32739" y="12071"/>
                    <a:pt x="32684" y="12052"/>
                  </a:cubicBezTo>
                  <a:cubicBezTo>
                    <a:pt x="32127" y="11898"/>
                    <a:pt x="31554" y="11820"/>
                    <a:pt x="30983" y="11820"/>
                  </a:cubicBezTo>
                  <a:cubicBezTo>
                    <a:pt x="30321" y="11820"/>
                    <a:pt x="29661" y="11924"/>
                    <a:pt x="29028" y="12135"/>
                  </a:cubicBezTo>
                  <a:cubicBezTo>
                    <a:pt x="27123" y="12802"/>
                    <a:pt x="25623" y="14743"/>
                    <a:pt x="25599" y="14767"/>
                  </a:cubicBezTo>
                  <a:cubicBezTo>
                    <a:pt x="25504" y="14886"/>
                    <a:pt x="25349" y="14969"/>
                    <a:pt x="25183" y="14969"/>
                  </a:cubicBezTo>
                  <a:cubicBezTo>
                    <a:pt x="25075" y="14969"/>
                    <a:pt x="24956" y="14933"/>
                    <a:pt x="24873" y="14862"/>
                  </a:cubicBezTo>
                  <a:cubicBezTo>
                    <a:pt x="24647" y="14683"/>
                    <a:pt x="24599" y="14362"/>
                    <a:pt x="24778" y="14124"/>
                  </a:cubicBezTo>
                  <a:cubicBezTo>
                    <a:pt x="24837" y="14040"/>
                    <a:pt x="26480" y="11921"/>
                    <a:pt x="28671" y="11147"/>
                  </a:cubicBezTo>
                  <a:cubicBezTo>
                    <a:pt x="29421" y="10899"/>
                    <a:pt x="30201" y="10774"/>
                    <a:pt x="30983" y="10774"/>
                  </a:cubicBezTo>
                  <a:close/>
                  <a:moveTo>
                    <a:pt x="60502" y="17359"/>
                  </a:moveTo>
                  <a:cubicBezTo>
                    <a:pt x="61539" y="17359"/>
                    <a:pt x="62429" y="17794"/>
                    <a:pt x="62485" y="17827"/>
                  </a:cubicBezTo>
                  <a:cubicBezTo>
                    <a:pt x="62735" y="17957"/>
                    <a:pt x="62842" y="18267"/>
                    <a:pt x="62711" y="18529"/>
                  </a:cubicBezTo>
                  <a:cubicBezTo>
                    <a:pt x="62618" y="18706"/>
                    <a:pt x="62436" y="18811"/>
                    <a:pt x="62249" y="18811"/>
                  </a:cubicBezTo>
                  <a:cubicBezTo>
                    <a:pt x="62172" y="18811"/>
                    <a:pt x="62094" y="18793"/>
                    <a:pt x="62021" y="18755"/>
                  </a:cubicBezTo>
                  <a:cubicBezTo>
                    <a:pt x="61996" y="18747"/>
                    <a:pt x="61268" y="18396"/>
                    <a:pt x="60490" y="18396"/>
                  </a:cubicBezTo>
                  <a:cubicBezTo>
                    <a:pt x="60155" y="18396"/>
                    <a:pt x="59810" y="18461"/>
                    <a:pt x="59508" y="18648"/>
                  </a:cubicBezTo>
                  <a:cubicBezTo>
                    <a:pt x="58461" y="19303"/>
                    <a:pt x="58294" y="20839"/>
                    <a:pt x="58437" y="21720"/>
                  </a:cubicBezTo>
                  <a:cubicBezTo>
                    <a:pt x="58484" y="22006"/>
                    <a:pt x="58294" y="22268"/>
                    <a:pt x="58008" y="22315"/>
                  </a:cubicBezTo>
                  <a:cubicBezTo>
                    <a:pt x="57984" y="22315"/>
                    <a:pt x="57960" y="22327"/>
                    <a:pt x="57925" y="22327"/>
                  </a:cubicBezTo>
                  <a:cubicBezTo>
                    <a:pt x="57675" y="22327"/>
                    <a:pt x="57449" y="22137"/>
                    <a:pt x="57413" y="21887"/>
                  </a:cubicBezTo>
                  <a:cubicBezTo>
                    <a:pt x="57187" y="20505"/>
                    <a:pt x="57556" y="18612"/>
                    <a:pt x="58961" y="17767"/>
                  </a:cubicBezTo>
                  <a:cubicBezTo>
                    <a:pt x="59456" y="17463"/>
                    <a:pt x="59997" y="17359"/>
                    <a:pt x="60502" y="17359"/>
                  </a:cubicBezTo>
                  <a:close/>
                  <a:moveTo>
                    <a:pt x="58644" y="35525"/>
                  </a:moveTo>
                  <a:cubicBezTo>
                    <a:pt x="59008" y="35525"/>
                    <a:pt x="59360" y="35930"/>
                    <a:pt x="59092" y="36341"/>
                  </a:cubicBezTo>
                  <a:cubicBezTo>
                    <a:pt x="59020" y="36448"/>
                    <a:pt x="57627" y="38508"/>
                    <a:pt x="54353" y="38508"/>
                  </a:cubicBezTo>
                  <a:cubicBezTo>
                    <a:pt x="53269" y="38496"/>
                    <a:pt x="52198" y="38305"/>
                    <a:pt x="51186" y="37948"/>
                  </a:cubicBezTo>
                  <a:cubicBezTo>
                    <a:pt x="50587" y="37745"/>
                    <a:pt x="50795" y="36926"/>
                    <a:pt x="51318" y="36926"/>
                  </a:cubicBezTo>
                  <a:cubicBezTo>
                    <a:pt x="51378" y="36926"/>
                    <a:pt x="51441" y="36937"/>
                    <a:pt x="51507" y="36960"/>
                  </a:cubicBezTo>
                  <a:cubicBezTo>
                    <a:pt x="52587" y="37321"/>
                    <a:pt x="53519" y="37461"/>
                    <a:pt x="54317" y="37461"/>
                  </a:cubicBezTo>
                  <a:cubicBezTo>
                    <a:pt x="57072" y="37461"/>
                    <a:pt x="58213" y="35788"/>
                    <a:pt x="58222" y="35769"/>
                  </a:cubicBezTo>
                  <a:cubicBezTo>
                    <a:pt x="58335" y="35597"/>
                    <a:pt x="58491" y="35525"/>
                    <a:pt x="58644" y="35525"/>
                  </a:cubicBezTo>
                  <a:close/>
                  <a:moveTo>
                    <a:pt x="20863" y="34635"/>
                  </a:moveTo>
                  <a:cubicBezTo>
                    <a:pt x="21252" y="34635"/>
                    <a:pt x="21598" y="35109"/>
                    <a:pt x="21265" y="35495"/>
                  </a:cubicBezTo>
                  <a:cubicBezTo>
                    <a:pt x="21206" y="35579"/>
                    <a:pt x="19575" y="37377"/>
                    <a:pt x="17408" y="38174"/>
                  </a:cubicBezTo>
                  <a:cubicBezTo>
                    <a:pt x="16771" y="38390"/>
                    <a:pt x="16103" y="38508"/>
                    <a:pt x="15422" y="38508"/>
                  </a:cubicBezTo>
                  <a:cubicBezTo>
                    <a:pt x="15389" y="38508"/>
                    <a:pt x="15357" y="38508"/>
                    <a:pt x="15324" y="38508"/>
                  </a:cubicBezTo>
                  <a:cubicBezTo>
                    <a:pt x="14396" y="38508"/>
                    <a:pt x="13479" y="38353"/>
                    <a:pt x="12610" y="38067"/>
                  </a:cubicBezTo>
                  <a:cubicBezTo>
                    <a:pt x="12042" y="37842"/>
                    <a:pt x="12265" y="37048"/>
                    <a:pt x="12784" y="37048"/>
                  </a:cubicBezTo>
                  <a:cubicBezTo>
                    <a:pt x="12841" y="37048"/>
                    <a:pt x="12903" y="37057"/>
                    <a:pt x="12967" y="37079"/>
                  </a:cubicBezTo>
                  <a:cubicBezTo>
                    <a:pt x="12992" y="37087"/>
                    <a:pt x="14060" y="37464"/>
                    <a:pt x="15334" y="37464"/>
                  </a:cubicBezTo>
                  <a:cubicBezTo>
                    <a:pt x="15890" y="37464"/>
                    <a:pt x="16486" y="37392"/>
                    <a:pt x="17051" y="37186"/>
                  </a:cubicBezTo>
                  <a:cubicBezTo>
                    <a:pt x="18956" y="36495"/>
                    <a:pt x="20468" y="34817"/>
                    <a:pt x="20492" y="34805"/>
                  </a:cubicBezTo>
                  <a:cubicBezTo>
                    <a:pt x="20606" y="34685"/>
                    <a:pt x="20737" y="34635"/>
                    <a:pt x="20863" y="34635"/>
                  </a:cubicBezTo>
                  <a:close/>
                  <a:moveTo>
                    <a:pt x="2974" y="1"/>
                  </a:moveTo>
                  <a:cubicBezTo>
                    <a:pt x="2022" y="1"/>
                    <a:pt x="1102" y="527"/>
                    <a:pt x="644" y="1444"/>
                  </a:cubicBezTo>
                  <a:cubicBezTo>
                    <a:pt x="1" y="2741"/>
                    <a:pt x="537" y="4325"/>
                    <a:pt x="1858" y="4956"/>
                  </a:cubicBezTo>
                  <a:cubicBezTo>
                    <a:pt x="7442" y="7754"/>
                    <a:pt x="9704" y="10969"/>
                    <a:pt x="9966" y="13040"/>
                  </a:cubicBezTo>
                  <a:cubicBezTo>
                    <a:pt x="10312" y="15755"/>
                    <a:pt x="8514" y="18088"/>
                    <a:pt x="6621" y="20565"/>
                  </a:cubicBezTo>
                  <a:cubicBezTo>
                    <a:pt x="4811" y="22934"/>
                    <a:pt x="2930" y="25375"/>
                    <a:pt x="2692" y="28459"/>
                  </a:cubicBezTo>
                  <a:cubicBezTo>
                    <a:pt x="2287" y="33733"/>
                    <a:pt x="5263" y="38269"/>
                    <a:pt x="10478" y="40282"/>
                  </a:cubicBezTo>
                  <a:cubicBezTo>
                    <a:pt x="11831" y="40806"/>
                    <a:pt x="13286" y="41080"/>
                    <a:pt x="14743" y="41080"/>
                  </a:cubicBezTo>
                  <a:cubicBezTo>
                    <a:pt x="14774" y="41080"/>
                    <a:pt x="14805" y="41080"/>
                    <a:pt x="14836" y="41079"/>
                  </a:cubicBezTo>
                  <a:cubicBezTo>
                    <a:pt x="17408" y="41079"/>
                    <a:pt x="19932" y="40282"/>
                    <a:pt x="21908" y="38758"/>
                  </a:cubicBezTo>
                  <a:cubicBezTo>
                    <a:pt x="25480" y="35995"/>
                    <a:pt x="26135" y="31828"/>
                    <a:pt x="26528" y="29352"/>
                  </a:cubicBezTo>
                  <a:cubicBezTo>
                    <a:pt x="26838" y="27328"/>
                    <a:pt x="26838" y="25363"/>
                    <a:pt x="26826" y="23637"/>
                  </a:cubicBezTo>
                  <a:cubicBezTo>
                    <a:pt x="26802" y="19815"/>
                    <a:pt x="26897" y="17565"/>
                    <a:pt x="28993" y="15636"/>
                  </a:cubicBezTo>
                  <a:cubicBezTo>
                    <a:pt x="29304" y="15352"/>
                    <a:pt x="29956" y="14912"/>
                    <a:pt x="31010" y="14912"/>
                  </a:cubicBezTo>
                  <a:cubicBezTo>
                    <a:pt x="31771" y="14912"/>
                    <a:pt x="32742" y="15142"/>
                    <a:pt x="33946" y="15826"/>
                  </a:cubicBezTo>
                  <a:cubicBezTo>
                    <a:pt x="35434" y="16660"/>
                    <a:pt x="37672" y="20898"/>
                    <a:pt x="39458" y="24303"/>
                  </a:cubicBezTo>
                  <a:cubicBezTo>
                    <a:pt x="41542" y="28244"/>
                    <a:pt x="43685" y="32328"/>
                    <a:pt x="46316" y="35341"/>
                  </a:cubicBezTo>
                  <a:cubicBezTo>
                    <a:pt x="47900" y="37150"/>
                    <a:pt x="49483" y="38389"/>
                    <a:pt x="51150" y="39091"/>
                  </a:cubicBezTo>
                  <a:cubicBezTo>
                    <a:pt x="52225" y="39563"/>
                    <a:pt x="53374" y="39798"/>
                    <a:pt x="54523" y="39798"/>
                  </a:cubicBezTo>
                  <a:cubicBezTo>
                    <a:pt x="55550" y="39798"/>
                    <a:pt x="56578" y="39610"/>
                    <a:pt x="57556" y="39234"/>
                  </a:cubicBezTo>
                  <a:cubicBezTo>
                    <a:pt x="60199" y="38258"/>
                    <a:pt x="60901" y="35007"/>
                    <a:pt x="61211" y="32281"/>
                  </a:cubicBezTo>
                  <a:cubicBezTo>
                    <a:pt x="61509" y="29685"/>
                    <a:pt x="61509" y="26578"/>
                    <a:pt x="61509" y="24077"/>
                  </a:cubicBezTo>
                  <a:lnTo>
                    <a:pt x="61509" y="23208"/>
                  </a:lnTo>
                  <a:cubicBezTo>
                    <a:pt x="61937" y="23863"/>
                    <a:pt x="62354" y="24554"/>
                    <a:pt x="62663" y="25065"/>
                  </a:cubicBezTo>
                  <a:cubicBezTo>
                    <a:pt x="63402" y="26328"/>
                    <a:pt x="64116" y="27518"/>
                    <a:pt x="64914" y="28459"/>
                  </a:cubicBezTo>
                  <a:cubicBezTo>
                    <a:pt x="66219" y="29996"/>
                    <a:pt x="67494" y="30443"/>
                    <a:pt x="68532" y="30443"/>
                  </a:cubicBezTo>
                  <a:cubicBezTo>
                    <a:pt x="68933" y="30443"/>
                    <a:pt x="69298" y="30377"/>
                    <a:pt x="69617" y="30280"/>
                  </a:cubicBezTo>
                  <a:cubicBezTo>
                    <a:pt x="73689" y="29054"/>
                    <a:pt x="76427" y="23780"/>
                    <a:pt x="77761" y="14588"/>
                  </a:cubicBezTo>
                  <a:cubicBezTo>
                    <a:pt x="78201" y="11671"/>
                    <a:pt x="78904" y="8790"/>
                    <a:pt x="79856" y="6004"/>
                  </a:cubicBezTo>
                  <a:cubicBezTo>
                    <a:pt x="80332" y="4646"/>
                    <a:pt x="79630" y="3158"/>
                    <a:pt x="78273" y="2682"/>
                  </a:cubicBezTo>
                  <a:cubicBezTo>
                    <a:pt x="77994" y="2587"/>
                    <a:pt x="77711" y="2542"/>
                    <a:pt x="77432" y="2542"/>
                  </a:cubicBezTo>
                  <a:cubicBezTo>
                    <a:pt x="76348" y="2542"/>
                    <a:pt x="75332" y="3222"/>
                    <a:pt x="74963" y="4301"/>
                  </a:cubicBezTo>
                  <a:cubicBezTo>
                    <a:pt x="73903" y="7397"/>
                    <a:pt x="73117" y="10588"/>
                    <a:pt x="72641" y="13826"/>
                  </a:cubicBezTo>
                  <a:cubicBezTo>
                    <a:pt x="71629" y="20791"/>
                    <a:pt x="69950" y="23875"/>
                    <a:pt x="68771" y="24899"/>
                  </a:cubicBezTo>
                  <a:cubicBezTo>
                    <a:pt x="68271" y="24244"/>
                    <a:pt x="67605" y="23137"/>
                    <a:pt x="67164" y="22387"/>
                  </a:cubicBezTo>
                  <a:cubicBezTo>
                    <a:pt x="66247" y="20863"/>
                    <a:pt x="65307" y="19303"/>
                    <a:pt x="64187" y="18112"/>
                  </a:cubicBezTo>
                  <a:cubicBezTo>
                    <a:pt x="62729" y="16591"/>
                    <a:pt x="61331" y="16144"/>
                    <a:pt x="60185" y="16144"/>
                  </a:cubicBezTo>
                  <a:cubicBezTo>
                    <a:pt x="59367" y="16144"/>
                    <a:pt x="58678" y="16372"/>
                    <a:pt x="58187" y="16600"/>
                  </a:cubicBezTo>
                  <a:cubicBezTo>
                    <a:pt x="56532" y="17398"/>
                    <a:pt x="56436" y="19279"/>
                    <a:pt x="56377" y="20410"/>
                  </a:cubicBezTo>
                  <a:cubicBezTo>
                    <a:pt x="56317" y="21386"/>
                    <a:pt x="56317" y="22625"/>
                    <a:pt x="56317" y="24065"/>
                  </a:cubicBezTo>
                  <a:cubicBezTo>
                    <a:pt x="56317" y="26220"/>
                    <a:pt x="56317" y="28661"/>
                    <a:pt x="56139" y="30792"/>
                  </a:cubicBezTo>
                  <a:cubicBezTo>
                    <a:pt x="55948" y="33126"/>
                    <a:pt x="55615" y="34090"/>
                    <a:pt x="55448" y="34436"/>
                  </a:cubicBezTo>
                  <a:cubicBezTo>
                    <a:pt x="55152" y="34516"/>
                    <a:pt x="54859" y="34554"/>
                    <a:pt x="54567" y="34554"/>
                  </a:cubicBezTo>
                  <a:cubicBezTo>
                    <a:pt x="51080" y="34554"/>
                    <a:pt x="47858" y="29005"/>
                    <a:pt x="44090" y="21863"/>
                  </a:cubicBezTo>
                  <a:cubicBezTo>
                    <a:pt x="41542" y="17041"/>
                    <a:pt x="39351" y="12874"/>
                    <a:pt x="36529" y="11290"/>
                  </a:cubicBezTo>
                  <a:cubicBezTo>
                    <a:pt x="34437" y="10105"/>
                    <a:pt x="32594" y="9687"/>
                    <a:pt x="31035" y="9687"/>
                  </a:cubicBezTo>
                  <a:cubicBezTo>
                    <a:pt x="28114" y="9687"/>
                    <a:pt x="26191" y="11154"/>
                    <a:pt x="25492" y="11790"/>
                  </a:cubicBezTo>
                  <a:cubicBezTo>
                    <a:pt x="21587" y="15362"/>
                    <a:pt x="21611" y="19767"/>
                    <a:pt x="21623" y="23661"/>
                  </a:cubicBezTo>
                  <a:cubicBezTo>
                    <a:pt x="21635" y="25268"/>
                    <a:pt x="21635" y="26935"/>
                    <a:pt x="21384" y="28530"/>
                  </a:cubicBezTo>
                  <a:cubicBezTo>
                    <a:pt x="21063" y="30578"/>
                    <a:pt x="20658" y="33138"/>
                    <a:pt x="18717" y="34626"/>
                  </a:cubicBezTo>
                  <a:cubicBezTo>
                    <a:pt x="17670" y="35442"/>
                    <a:pt x="16269" y="35872"/>
                    <a:pt x="14844" y="35872"/>
                  </a:cubicBezTo>
                  <a:cubicBezTo>
                    <a:pt x="14002" y="35872"/>
                    <a:pt x="13151" y="35722"/>
                    <a:pt x="12360" y="35412"/>
                  </a:cubicBezTo>
                  <a:cubicBezTo>
                    <a:pt x="9288" y="34221"/>
                    <a:pt x="7657" y="31840"/>
                    <a:pt x="7895" y="28852"/>
                  </a:cubicBezTo>
                  <a:cubicBezTo>
                    <a:pt x="8014" y="27316"/>
                    <a:pt x="9347" y="25577"/>
                    <a:pt x="10752" y="23732"/>
                  </a:cubicBezTo>
                  <a:cubicBezTo>
                    <a:pt x="12979" y="20827"/>
                    <a:pt x="15741" y="17219"/>
                    <a:pt x="15134" y="12397"/>
                  </a:cubicBezTo>
                  <a:cubicBezTo>
                    <a:pt x="14336" y="6027"/>
                    <a:pt x="7216" y="1813"/>
                    <a:pt x="4180" y="301"/>
                  </a:cubicBezTo>
                  <a:cubicBezTo>
                    <a:pt x="3794" y="97"/>
                    <a:pt x="3381" y="1"/>
                    <a:pt x="29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2" name="Google Shape;1642;p29"/>
            <p:cNvGrpSpPr/>
            <p:nvPr/>
          </p:nvGrpSpPr>
          <p:grpSpPr>
            <a:xfrm rot="-6582615">
              <a:off x="6510180" y="4061534"/>
              <a:ext cx="4373527" cy="4373487"/>
              <a:chOff x="2499100" y="1489300"/>
              <a:chExt cx="2736100" cy="2736075"/>
            </a:xfrm>
          </p:grpSpPr>
          <p:sp>
            <p:nvSpPr>
              <p:cNvPr id="1643" name="Google Shape;1643;p29"/>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9"/>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9"/>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9"/>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9"/>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9"/>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9"/>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9"/>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9"/>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9"/>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9"/>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9"/>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9"/>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9"/>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9"/>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9"/>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9"/>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9"/>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9"/>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9"/>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9"/>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9"/>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9"/>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9"/>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9"/>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9"/>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9"/>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9"/>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lt2"/>
            </a:gs>
          </a:gsLst>
          <a:lin ang="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58775" y="389343"/>
            <a:ext cx="76263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1pPr>
            <a:lvl2pPr lvl="1"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2pPr>
            <a:lvl3pPr lvl="2"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3pPr>
            <a:lvl4pPr lvl="3"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4pPr>
            <a:lvl5pPr lvl="4"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5pPr>
            <a:lvl6pPr lvl="5"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6pPr>
            <a:lvl7pPr lvl="6"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7pPr>
            <a:lvl8pPr lvl="7"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8pPr>
            <a:lvl9pPr lvl="8" algn="ctr">
              <a:spcBef>
                <a:spcPts val="0"/>
              </a:spcBef>
              <a:spcAft>
                <a:spcPts val="0"/>
              </a:spcAft>
              <a:buClr>
                <a:schemeClr val="accent2"/>
              </a:buClr>
              <a:buSzPts val="3000"/>
              <a:buFont typeface="Domine"/>
              <a:buNone/>
              <a:defRPr sz="3000" b="1">
                <a:solidFill>
                  <a:schemeClr val="accent2"/>
                </a:solidFill>
                <a:latin typeface="Domine"/>
                <a:ea typeface="Domine"/>
                <a:cs typeface="Domine"/>
                <a:sym typeface="Domine"/>
              </a:defRPr>
            </a:lvl9pPr>
          </a:lstStyle>
          <a:p>
            <a:endParaRPr/>
          </a:p>
        </p:txBody>
      </p:sp>
      <p:sp>
        <p:nvSpPr>
          <p:cNvPr id="7" name="Google Shape;7;p1"/>
          <p:cNvSpPr txBox="1">
            <a:spLocks noGrp="1"/>
          </p:cNvSpPr>
          <p:nvPr>
            <p:ph type="body" idx="1"/>
          </p:nvPr>
        </p:nvSpPr>
        <p:spPr>
          <a:xfrm>
            <a:off x="758775" y="1434450"/>
            <a:ext cx="7626300" cy="3134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1pPr>
            <a:lvl2pPr marL="914400" lvl="1"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2pPr>
            <a:lvl3pPr marL="1371600" lvl="2"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3pPr>
            <a:lvl4pPr marL="1828800" lvl="3"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4pPr>
            <a:lvl5pPr marL="2286000" lvl="4"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5pPr>
            <a:lvl6pPr marL="2743200" lvl="5"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6pPr>
            <a:lvl7pPr marL="3200400" lvl="6"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7pPr>
            <a:lvl8pPr marL="3657600" lvl="7"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8pPr>
            <a:lvl9pPr marL="4114800" lvl="8" indent="-317500">
              <a:lnSpc>
                <a:spcPct val="100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5" r:id="rId4"/>
    <p:sldLayoutId id="2147483658" r:id="rId5"/>
    <p:sldLayoutId id="2147483659" r:id="rId6"/>
    <p:sldLayoutId id="2147483660" r:id="rId7"/>
    <p:sldLayoutId id="2147483661" r:id="rId8"/>
    <p:sldLayoutId id="2147483663" r:id="rId9"/>
    <p:sldLayoutId id="2147483664" r:id="rId10"/>
    <p:sldLayoutId id="2147483665" r:id="rId11"/>
    <p:sldLayoutId id="2147483667" r:id="rId12"/>
    <p:sldLayoutId id="2147483668" r:id="rId13"/>
    <p:sldLayoutId id="2147483674" r:id="rId14"/>
    <p:sldLayoutId id="214748367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3.gif"/><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gif"/><Relationship Id="rId5" Type="http://schemas.openxmlformats.org/officeDocument/2006/relationships/image" Target="../media/image8.gif"/><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gif"/><Relationship Id="rId4" Type="http://schemas.openxmlformats.org/officeDocument/2006/relationships/image" Target="../media/image11.gif"/></Relationships>
</file>

<file path=ppt/slides/_rels/slide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gif"/></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25.gif"/><Relationship Id="rId3" Type="http://schemas.openxmlformats.org/officeDocument/2006/relationships/image" Target="../media/image20.gif"/><Relationship Id="rId7" Type="http://schemas.openxmlformats.org/officeDocument/2006/relationships/image" Target="../media/image24.gif"/><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3.gif"/><Relationship Id="rId5" Type="http://schemas.openxmlformats.org/officeDocument/2006/relationships/image" Target="../media/image22.gif"/><Relationship Id="rId4" Type="http://schemas.openxmlformats.org/officeDocument/2006/relationships/image" Target="../media/image21.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sp>
        <p:nvSpPr>
          <p:cNvPr id="1683" name="Google Shape;1683;p34"/>
          <p:cNvSpPr txBox="1">
            <a:spLocks noGrp="1"/>
          </p:cNvSpPr>
          <p:nvPr>
            <p:ph type="ctrTitle"/>
          </p:nvPr>
        </p:nvSpPr>
        <p:spPr>
          <a:xfrm>
            <a:off x="1395450" y="1291350"/>
            <a:ext cx="6353100" cy="17185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solidFill>
                  <a:schemeClr val="accent2"/>
                </a:solidFill>
              </a:rPr>
              <a:t>Analyse Sémantique Latente (LSA)</a:t>
            </a:r>
            <a:endParaRPr dirty="0">
              <a:solidFill>
                <a:schemeClr val="dk2"/>
              </a:solidFill>
            </a:endParaRPr>
          </a:p>
        </p:txBody>
      </p:sp>
      <p:sp>
        <p:nvSpPr>
          <p:cNvPr id="1684" name="Google Shape;1684;p34"/>
          <p:cNvSpPr txBox="1">
            <a:spLocks noGrp="1"/>
          </p:cNvSpPr>
          <p:nvPr>
            <p:ph type="subTitle" idx="1"/>
          </p:nvPr>
        </p:nvSpPr>
        <p:spPr>
          <a:xfrm>
            <a:off x="1395450" y="3217209"/>
            <a:ext cx="6353100" cy="52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 Derrière chaque mot, une structure. Derrière chaque phrase, une géométrie invisible. »</a:t>
            </a:r>
            <a:endParaRPr dirty="0"/>
          </a:p>
        </p:txBody>
      </p:sp>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41"/>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LE CHALLENGE</a:t>
            </a:r>
            <a:endParaRPr dirty="0"/>
          </a:p>
        </p:txBody>
      </p:sp>
      <p:grpSp>
        <p:nvGrpSpPr>
          <p:cNvPr id="1875" name="Google Shape;1875;p41"/>
          <p:cNvGrpSpPr/>
          <p:nvPr/>
        </p:nvGrpSpPr>
        <p:grpSpPr>
          <a:xfrm>
            <a:off x="3087575" y="1634650"/>
            <a:ext cx="3006425" cy="2318150"/>
            <a:chOff x="3087575" y="1634650"/>
            <a:chExt cx="3006425" cy="2318150"/>
          </a:xfrm>
        </p:grpSpPr>
        <p:grpSp>
          <p:nvGrpSpPr>
            <p:cNvPr id="1876" name="Google Shape;1876;p41"/>
            <p:cNvGrpSpPr/>
            <p:nvPr/>
          </p:nvGrpSpPr>
          <p:grpSpPr>
            <a:xfrm>
              <a:off x="3087575" y="1634650"/>
              <a:ext cx="2968850" cy="2318150"/>
              <a:chOff x="2735150" y="1743225"/>
              <a:chExt cx="2968850" cy="2318150"/>
            </a:xfrm>
          </p:grpSpPr>
          <p:sp>
            <p:nvSpPr>
              <p:cNvPr id="1877" name="Google Shape;1877;p41"/>
              <p:cNvSpPr/>
              <p:nvPr/>
            </p:nvSpPr>
            <p:spPr>
              <a:xfrm>
                <a:off x="2735150" y="1743225"/>
                <a:ext cx="2968850" cy="1518350"/>
              </a:xfrm>
              <a:custGeom>
                <a:avLst/>
                <a:gdLst/>
                <a:ahLst/>
                <a:cxnLst/>
                <a:rect l="l" t="t" r="r" b="b"/>
                <a:pathLst>
                  <a:path w="118754" h="60734" extrusionOk="0">
                    <a:moveTo>
                      <a:pt x="114343" y="5084"/>
                    </a:moveTo>
                    <a:cubicBezTo>
                      <a:pt x="114534" y="5084"/>
                      <a:pt x="114722" y="5112"/>
                      <a:pt x="114908" y="5167"/>
                    </a:cubicBezTo>
                    <a:cubicBezTo>
                      <a:pt x="116015" y="5488"/>
                      <a:pt x="116432" y="6679"/>
                      <a:pt x="116467" y="6822"/>
                    </a:cubicBezTo>
                    <a:cubicBezTo>
                      <a:pt x="116598" y="7227"/>
                      <a:pt x="116372" y="7655"/>
                      <a:pt x="115967" y="7774"/>
                    </a:cubicBezTo>
                    <a:lnTo>
                      <a:pt x="115967" y="7786"/>
                    </a:lnTo>
                    <a:cubicBezTo>
                      <a:pt x="115889" y="7811"/>
                      <a:pt x="115811" y="7823"/>
                      <a:pt x="115733" y="7823"/>
                    </a:cubicBezTo>
                    <a:cubicBezTo>
                      <a:pt x="115409" y="7823"/>
                      <a:pt x="115109" y="7613"/>
                      <a:pt x="115003" y="7286"/>
                    </a:cubicBezTo>
                    <a:cubicBezTo>
                      <a:pt x="114943" y="7108"/>
                      <a:pt x="114729" y="6715"/>
                      <a:pt x="114467" y="6631"/>
                    </a:cubicBezTo>
                    <a:cubicBezTo>
                      <a:pt x="114436" y="6623"/>
                      <a:pt x="114401" y="6619"/>
                      <a:pt x="114364" y="6619"/>
                    </a:cubicBezTo>
                    <a:cubicBezTo>
                      <a:pt x="114137" y="6619"/>
                      <a:pt x="113815" y="6775"/>
                      <a:pt x="113467" y="7072"/>
                    </a:cubicBezTo>
                    <a:cubicBezTo>
                      <a:pt x="112979" y="7465"/>
                      <a:pt x="111991" y="10429"/>
                      <a:pt x="111253" y="14501"/>
                    </a:cubicBezTo>
                    <a:cubicBezTo>
                      <a:pt x="111181" y="14870"/>
                      <a:pt x="110872" y="15132"/>
                      <a:pt x="110491" y="15132"/>
                    </a:cubicBezTo>
                    <a:cubicBezTo>
                      <a:pt x="110443" y="15132"/>
                      <a:pt x="110407" y="15132"/>
                      <a:pt x="110360" y="15120"/>
                    </a:cubicBezTo>
                    <a:cubicBezTo>
                      <a:pt x="109943" y="15049"/>
                      <a:pt x="109657" y="14644"/>
                      <a:pt x="109740" y="14227"/>
                    </a:cubicBezTo>
                    <a:cubicBezTo>
                      <a:pt x="110038" y="12549"/>
                      <a:pt x="111133" y="6989"/>
                      <a:pt x="112491" y="5881"/>
                    </a:cubicBezTo>
                    <a:cubicBezTo>
                      <a:pt x="113130" y="5350"/>
                      <a:pt x="113749" y="5084"/>
                      <a:pt x="114343" y="5084"/>
                    </a:cubicBezTo>
                    <a:close/>
                    <a:moveTo>
                      <a:pt x="45674" y="15896"/>
                    </a:moveTo>
                    <a:cubicBezTo>
                      <a:pt x="47407" y="15896"/>
                      <a:pt x="48650" y="16305"/>
                      <a:pt x="48733" y="16335"/>
                    </a:cubicBezTo>
                    <a:cubicBezTo>
                      <a:pt x="49138" y="16466"/>
                      <a:pt x="49352" y="16906"/>
                      <a:pt x="49221" y="17311"/>
                    </a:cubicBezTo>
                    <a:cubicBezTo>
                      <a:pt x="49106" y="17636"/>
                      <a:pt x="48808" y="17838"/>
                      <a:pt x="48486" y="17838"/>
                    </a:cubicBezTo>
                    <a:cubicBezTo>
                      <a:pt x="48406" y="17838"/>
                      <a:pt x="48325" y="17825"/>
                      <a:pt x="48245" y="17799"/>
                    </a:cubicBezTo>
                    <a:cubicBezTo>
                      <a:pt x="48222" y="17792"/>
                      <a:pt x="47148" y="17445"/>
                      <a:pt x="45657" y="17445"/>
                    </a:cubicBezTo>
                    <a:cubicBezTo>
                      <a:pt x="44810" y="17445"/>
                      <a:pt x="43828" y="17557"/>
                      <a:pt x="42827" y="17907"/>
                    </a:cubicBezTo>
                    <a:cubicBezTo>
                      <a:pt x="40017" y="18895"/>
                      <a:pt x="37791" y="21776"/>
                      <a:pt x="37767" y="21800"/>
                    </a:cubicBezTo>
                    <a:cubicBezTo>
                      <a:pt x="37598" y="22004"/>
                      <a:pt x="37391" y="22090"/>
                      <a:pt x="37189" y="22090"/>
                    </a:cubicBezTo>
                    <a:cubicBezTo>
                      <a:pt x="36640" y="22090"/>
                      <a:pt x="36131" y="21455"/>
                      <a:pt x="36541" y="20871"/>
                    </a:cubicBezTo>
                    <a:cubicBezTo>
                      <a:pt x="36648" y="20728"/>
                      <a:pt x="39077" y="17597"/>
                      <a:pt x="42315" y="16454"/>
                    </a:cubicBezTo>
                    <a:cubicBezTo>
                      <a:pt x="43512" y="16032"/>
                      <a:pt x="44675" y="15896"/>
                      <a:pt x="45674" y="15896"/>
                    </a:cubicBezTo>
                    <a:close/>
                    <a:moveTo>
                      <a:pt x="89358" y="25655"/>
                    </a:moveTo>
                    <a:cubicBezTo>
                      <a:pt x="90898" y="25655"/>
                      <a:pt x="92221" y="26308"/>
                      <a:pt x="92310" y="26348"/>
                    </a:cubicBezTo>
                    <a:cubicBezTo>
                      <a:pt x="92679" y="26539"/>
                      <a:pt x="92834" y="26991"/>
                      <a:pt x="92643" y="27372"/>
                    </a:cubicBezTo>
                    <a:cubicBezTo>
                      <a:pt x="92508" y="27642"/>
                      <a:pt x="92235" y="27799"/>
                      <a:pt x="91951" y="27799"/>
                    </a:cubicBezTo>
                    <a:cubicBezTo>
                      <a:pt x="91836" y="27799"/>
                      <a:pt x="91718" y="27773"/>
                      <a:pt x="91607" y="27717"/>
                    </a:cubicBezTo>
                    <a:cubicBezTo>
                      <a:pt x="91582" y="27701"/>
                      <a:pt x="90517" y="27187"/>
                      <a:pt x="89370" y="27187"/>
                    </a:cubicBezTo>
                    <a:cubicBezTo>
                      <a:pt x="88871" y="27187"/>
                      <a:pt x="88356" y="27284"/>
                      <a:pt x="87904" y="27562"/>
                    </a:cubicBezTo>
                    <a:cubicBezTo>
                      <a:pt x="86345" y="28515"/>
                      <a:pt x="86118" y="30801"/>
                      <a:pt x="86321" y="32099"/>
                    </a:cubicBezTo>
                    <a:cubicBezTo>
                      <a:pt x="86404" y="32515"/>
                      <a:pt x="86118" y="32920"/>
                      <a:pt x="85690" y="32992"/>
                    </a:cubicBezTo>
                    <a:cubicBezTo>
                      <a:pt x="85654" y="32992"/>
                      <a:pt x="85606" y="33004"/>
                      <a:pt x="85571" y="33004"/>
                    </a:cubicBezTo>
                    <a:cubicBezTo>
                      <a:pt x="85190" y="33004"/>
                      <a:pt x="84868" y="32730"/>
                      <a:pt x="84809" y="32361"/>
                    </a:cubicBezTo>
                    <a:cubicBezTo>
                      <a:pt x="84463" y="30301"/>
                      <a:pt x="85035" y="27515"/>
                      <a:pt x="87095" y="26253"/>
                    </a:cubicBezTo>
                    <a:cubicBezTo>
                      <a:pt x="87823" y="25807"/>
                      <a:pt x="88616" y="25655"/>
                      <a:pt x="89358" y="25655"/>
                    </a:cubicBezTo>
                    <a:close/>
                    <a:moveTo>
                      <a:pt x="86634" y="52494"/>
                    </a:moveTo>
                    <a:cubicBezTo>
                      <a:pt x="87181" y="52494"/>
                      <a:pt x="87711" y="53110"/>
                      <a:pt x="87285" y="53720"/>
                    </a:cubicBezTo>
                    <a:cubicBezTo>
                      <a:pt x="87178" y="53875"/>
                      <a:pt x="85118" y="56923"/>
                      <a:pt x="80284" y="56923"/>
                    </a:cubicBezTo>
                    <a:cubicBezTo>
                      <a:pt x="78951" y="56923"/>
                      <a:pt x="77379" y="56685"/>
                      <a:pt x="75593" y="56090"/>
                    </a:cubicBezTo>
                    <a:cubicBezTo>
                      <a:pt x="74741" y="55777"/>
                      <a:pt x="75042" y="54585"/>
                      <a:pt x="75824" y="54585"/>
                    </a:cubicBezTo>
                    <a:cubicBezTo>
                      <a:pt x="75905" y="54585"/>
                      <a:pt x="75991" y="54597"/>
                      <a:pt x="76081" y="54625"/>
                    </a:cubicBezTo>
                    <a:cubicBezTo>
                      <a:pt x="77681" y="55161"/>
                      <a:pt x="79061" y="55369"/>
                      <a:pt x="80241" y="55369"/>
                    </a:cubicBezTo>
                    <a:cubicBezTo>
                      <a:pt x="84303" y="55369"/>
                      <a:pt x="85981" y="52903"/>
                      <a:pt x="85999" y="52875"/>
                    </a:cubicBezTo>
                    <a:cubicBezTo>
                      <a:pt x="86166" y="52605"/>
                      <a:pt x="86402" y="52494"/>
                      <a:pt x="86634" y="52494"/>
                    </a:cubicBezTo>
                    <a:close/>
                    <a:moveTo>
                      <a:pt x="30771" y="51178"/>
                    </a:moveTo>
                    <a:cubicBezTo>
                      <a:pt x="31353" y="51178"/>
                      <a:pt x="31871" y="51898"/>
                      <a:pt x="31362" y="52470"/>
                    </a:cubicBezTo>
                    <a:cubicBezTo>
                      <a:pt x="31254" y="52589"/>
                      <a:pt x="28849" y="55256"/>
                      <a:pt x="25647" y="56423"/>
                    </a:cubicBezTo>
                    <a:cubicBezTo>
                      <a:pt x="24691" y="56757"/>
                      <a:pt x="23692" y="56924"/>
                      <a:pt x="22680" y="56924"/>
                    </a:cubicBezTo>
                    <a:cubicBezTo>
                      <a:pt x="22645" y="56924"/>
                      <a:pt x="22610" y="56924"/>
                      <a:pt x="22575" y="56923"/>
                    </a:cubicBezTo>
                    <a:cubicBezTo>
                      <a:pt x="21206" y="56911"/>
                      <a:pt x="19848" y="56697"/>
                      <a:pt x="18550" y="56256"/>
                    </a:cubicBezTo>
                    <a:cubicBezTo>
                      <a:pt x="17725" y="55924"/>
                      <a:pt x="18048" y="54771"/>
                      <a:pt x="18808" y="54771"/>
                    </a:cubicBezTo>
                    <a:cubicBezTo>
                      <a:pt x="18892" y="54771"/>
                      <a:pt x="18981" y="54785"/>
                      <a:pt x="19074" y="54816"/>
                    </a:cubicBezTo>
                    <a:cubicBezTo>
                      <a:pt x="19116" y="54824"/>
                      <a:pt x="20705" y="55375"/>
                      <a:pt x="22591" y="55375"/>
                    </a:cubicBezTo>
                    <a:cubicBezTo>
                      <a:pt x="23413" y="55375"/>
                      <a:pt x="24291" y="55271"/>
                      <a:pt x="25123" y="54971"/>
                    </a:cubicBezTo>
                    <a:cubicBezTo>
                      <a:pt x="27945" y="53947"/>
                      <a:pt x="30183" y="51470"/>
                      <a:pt x="30207" y="51446"/>
                    </a:cubicBezTo>
                    <a:cubicBezTo>
                      <a:pt x="30379" y="51257"/>
                      <a:pt x="30578" y="51178"/>
                      <a:pt x="30771" y="51178"/>
                    </a:cubicBezTo>
                    <a:close/>
                    <a:moveTo>
                      <a:pt x="4395" y="1"/>
                    </a:moveTo>
                    <a:cubicBezTo>
                      <a:pt x="2987" y="1"/>
                      <a:pt x="1627" y="783"/>
                      <a:pt x="953" y="2131"/>
                    </a:cubicBezTo>
                    <a:cubicBezTo>
                      <a:pt x="1" y="4024"/>
                      <a:pt x="774" y="6346"/>
                      <a:pt x="2668" y="7298"/>
                    </a:cubicBezTo>
                    <a:cubicBezTo>
                      <a:pt x="10930" y="11430"/>
                      <a:pt x="14288" y="16180"/>
                      <a:pt x="14669" y="19252"/>
                    </a:cubicBezTo>
                    <a:cubicBezTo>
                      <a:pt x="15181" y="23264"/>
                      <a:pt x="12526" y="26717"/>
                      <a:pt x="9716" y="30384"/>
                    </a:cubicBezTo>
                    <a:cubicBezTo>
                      <a:pt x="7037" y="33885"/>
                      <a:pt x="4263" y="37504"/>
                      <a:pt x="3918" y="42040"/>
                    </a:cubicBezTo>
                    <a:cubicBezTo>
                      <a:pt x="3310" y="49851"/>
                      <a:pt x="7728" y="56566"/>
                      <a:pt x="15419" y="59543"/>
                    </a:cubicBezTo>
                    <a:cubicBezTo>
                      <a:pt x="17479" y="60328"/>
                      <a:pt x="19658" y="60733"/>
                      <a:pt x="21872" y="60733"/>
                    </a:cubicBezTo>
                    <a:cubicBezTo>
                      <a:pt x="25670" y="60733"/>
                      <a:pt x="29409" y="59543"/>
                      <a:pt x="32326" y="57280"/>
                    </a:cubicBezTo>
                    <a:cubicBezTo>
                      <a:pt x="37612" y="53197"/>
                      <a:pt x="38577" y="47041"/>
                      <a:pt x="39160" y="43362"/>
                    </a:cubicBezTo>
                    <a:cubicBezTo>
                      <a:pt x="39636" y="40385"/>
                      <a:pt x="39625" y="37480"/>
                      <a:pt x="39601" y="34921"/>
                    </a:cubicBezTo>
                    <a:cubicBezTo>
                      <a:pt x="39577" y="29265"/>
                      <a:pt x="39720" y="25943"/>
                      <a:pt x="42815" y="23098"/>
                    </a:cubicBezTo>
                    <a:cubicBezTo>
                      <a:pt x="43280" y="22675"/>
                      <a:pt x="44249" y="22017"/>
                      <a:pt x="45818" y="22017"/>
                    </a:cubicBezTo>
                    <a:cubicBezTo>
                      <a:pt x="46942" y="22017"/>
                      <a:pt x="48375" y="22355"/>
                      <a:pt x="50150" y="23360"/>
                    </a:cubicBezTo>
                    <a:cubicBezTo>
                      <a:pt x="52352" y="24610"/>
                      <a:pt x="55650" y="30872"/>
                      <a:pt x="58305" y="35909"/>
                    </a:cubicBezTo>
                    <a:cubicBezTo>
                      <a:pt x="61377" y="41731"/>
                      <a:pt x="64556" y="47767"/>
                      <a:pt x="68450" y="52220"/>
                    </a:cubicBezTo>
                    <a:cubicBezTo>
                      <a:pt x="70783" y="54899"/>
                      <a:pt x="73129" y="56721"/>
                      <a:pt x="75605" y="57780"/>
                    </a:cubicBezTo>
                    <a:cubicBezTo>
                      <a:pt x="77229" y="58470"/>
                      <a:pt x="78882" y="58813"/>
                      <a:pt x="80547" y="58813"/>
                    </a:cubicBezTo>
                    <a:cubicBezTo>
                      <a:pt x="82045" y="58813"/>
                      <a:pt x="83553" y="58535"/>
                      <a:pt x="85059" y="57983"/>
                    </a:cubicBezTo>
                    <a:cubicBezTo>
                      <a:pt x="88976" y="56542"/>
                      <a:pt x="90012" y="51732"/>
                      <a:pt x="90476" y="47708"/>
                    </a:cubicBezTo>
                    <a:cubicBezTo>
                      <a:pt x="90917" y="43862"/>
                      <a:pt x="90917" y="39266"/>
                      <a:pt x="90917" y="35575"/>
                    </a:cubicBezTo>
                    <a:lnTo>
                      <a:pt x="90917" y="34278"/>
                    </a:lnTo>
                    <a:cubicBezTo>
                      <a:pt x="91560" y="35254"/>
                      <a:pt x="92167" y="36290"/>
                      <a:pt x="92619" y="37040"/>
                    </a:cubicBezTo>
                    <a:cubicBezTo>
                      <a:pt x="93738" y="38897"/>
                      <a:pt x="94786" y="40659"/>
                      <a:pt x="95965" y="42052"/>
                    </a:cubicBezTo>
                    <a:cubicBezTo>
                      <a:pt x="97902" y="44333"/>
                      <a:pt x="99782" y="44990"/>
                      <a:pt x="101319" y="44990"/>
                    </a:cubicBezTo>
                    <a:cubicBezTo>
                      <a:pt x="101908" y="44990"/>
                      <a:pt x="102446" y="44894"/>
                      <a:pt x="102918" y="44755"/>
                    </a:cubicBezTo>
                    <a:cubicBezTo>
                      <a:pt x="108931" y="42945"/>
                      <a:pt x="112979" y="35135"/>
                      <a:pt x="114967" y="21550"/>
                    </a:cubicBezTo>
                    <a:cubicBezTo>
                      <a:pt x="115598" y="17228"/>
                      <a:pt x="116646" y="12965"/>
                      <a:pt x="118063" y="8846"/>
                    </a:cubicBezTo>
                    <a:cubicBezTo>
                      <a:pt x="118753" y="6822"/>
                      <a:pt x="117682" y="4631"/>
                      <a:pt x="115670" y="3941"/>
                    </a:cubicBezTo>
                    <a:cubicBezTo>
                      <a:pt x="115256" y="3798"/>
                      <a:pt x="114834" y="3731"/>
                      <a:pt x="114419" y="3731"/>
                    </a:cubicBezTo>
                    <a:cubicBezTo>
                      <a:pt x="112819" y="3731"/>
                      <a:pt x="111325" y="4736"/>
                      <a:pt x="110776" y="6334"/>
                    </a:cubicBezTo>
                    <a:cubicBezTo>
                      <a:pt x="109193" y="10918"/>
                      <a:pt x="108050" y="15632"/>
                      <a:pt x="107335" y="20431"/>
                    </a:cubicBezTo>
                    <a:cubicBezTo>
                      <a:pt x="105835" y="30718"/>
                      <a:pt x="103347" y="35290"/>
                      <a:pt x="101620" y="36802"/>
                    </a:cubicBezTo>
                    <a:cubicBezTo>
                      <a:pt x="100882" y="35825"/>
                      <a:pt x="99894" y="34182"/>
                      <a:pt x="99239" y="33075"/>
                    </a:cubicBezTo>
                    <a:cubicBezTo>
                      <a:pt x="97906" y="30825"/>
                      <a:pt x="96513" y="28503"/>
                      <a:pt x="94846" y="26753"/>
                    </a:cubicBezTo>
                    <a:cubicBezTo>
                      <a:pt x="92706" y="24503"/>
                      <a:pt x="90643" y="23839"/>
                      <a:pt x="88952" y="23839"/>
                    </a:cubicBezTo>
                    <a:cubicBezTo>
                      <a:pt x="87735" y="23839"/>
                      <a:pt x="86710" y="24183"/>
                      <a:pt x="85987" y="24526"/>
                    </a:cubicBezTo>
                    <a:cubicBezTo>
                      <a:pt x="83535" y="25693"/>
                      <a:pt x="83392" y="28479"/>
                      <a:pt x="83297" y="30146"/>
                    </a:cubicBezTo>
                    <a:cubicBezTo>
                      <a:pt x="83225" y="31599"/>
                      <a:pt x="83225" y="33432"/>
                      <a:pt x="83225" y="35563"/>
                    </a:cubicBezTo>
                    <a:cubicBezTo>
                      <a:pt x="83225" y="38754"/>
                      <a:pt x="83225" y="42362"/>
                      <a:pt x="82963" y="45517"/>
                    </a:cubicBezTo>
                    <a:cubicBezTo>
                      <a:pt x="82666" y="48958"/>
                      <a:pt x="82166" y="50387"/>
                      <a:pt x="81927" y="50899"/>
                    </a:cubicBezTo>
                    <a:cubicBezTo>
                      <a:pt x="81492" y="51016"/>
                      <a:pt x="81059" y="51073"/>
                      <a:pt x="80629" y="51073"/>
                    </a:cubicBezTo>
                    <a:cubicBezTo>
                      <a:pt x="75471" y="51073"/>
                      <a:pt x="70700" y="42875"/>
                      <a:pt x="65128" y="32313"/>
                    </a:cubicBezTo>
                    <a:cubicBezTo>
                      <a:pt x="61365" y="25169"/>
                      <a:pt x="58115" y="19014"/>
                      <a:pt x="53960" y="16656"/>
                    </a:cubicBezTo>
                    <a:cubicBezTo>
                      <a:pt x="50869" y="14906"/>
                      <a:pt x="48146" y="14289"/>
                      <a:pt x="45840" y="14289"/>
                    </a:cubicBezTo>
                    <a:cubicBezTo>
                      <a:pt x="41511" y="14289"/>
                      <a:pt x="38658" y="16466"/>
                      <a:pt x="37624" y="17406"/>
                    </a:cubicBezTo>
                    <a:cubicBezTo>
                      <a:pt x="31862" y="22693"/>
                      <a:pt x="31885" y="29206"/>
                      <a:pt x="31909" y="34956"/>
                    </a:cubicBezTo>
                    <a:cubicBezTo>
                      <a:pt x="31921" y="37337"/>
                      <a:pt x="31933" y="39790"/>
                      <a:pt x="31552" y="42159"/>
                    </a:cubicBezTo>
                    <a:cubicBezTo>
                      <a:pt x="31076" y="45196"/>
                      <a:pt x="30481" y="48970"/>
                      <a:pt x="27623" y="51184"/>
                    </a:cubicBezTo>
                    <a:cubicBezTo>
                      <a:pt x="26065" y="52390"/>
                      <a:pt x="23994" y="53021"/>
                      <a:pt x="21883" y="53021"/>
                    </a:cubicBezTo>
                    <a:cubicBezTo>
                      <a:pt x="20639" y="53021"/>
                      <a:pt x="19380" y="52802"/>
                      <a:pt x="18205" y="52351"/>
                    </a:cubicBezTo>
                    <a:cubicBezTo>
                      <a:pt x="13669" y="50589"/>
                      <a:pt x="11264" y="47053"/>
                      <a:pt x="11597" y="42636"/>
                    </a:cubicBezTo>
                    <a:cubicBezTo>
                      <a:pt x="11776" y="40374"/>
                      <a:pt x="13752" y="37802"/>
                      <a:pt x="15848" y="35075"/>
                    </a:cubicBezTo>
                    <a:cubicBezTo>
                      <a:pt x="19134" y="30777"/>
                      <a:pt x="23218" y="25443"/>
                      <a:pt x="22325" y="18299"/>
                    </a:cubicBezTo>
                    <a:cubicBezTo>
                      <a:pt x="21146" y="8882"/>
                      <a:pt x="10597" y="2655"/>
                      <a:pt x="6120" y="416"/>
                    </a:cubicBezTo>
                    <a:cubicBezTo>
                      <a:pt x="5567" y="134"/>
                      <a:pt x="4977" y="1"/>
                      <a:pt x="43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1"/>
              <p:cNvSpPr/>
              <p:nvPr/>
            </p:nvSpPr>
            <p:spPr>
              <a:xfrm>
                <a:off x="3347125" y="2949450"/>
                <a:ext cx="570350" cy="543525"/>
              </a:xfrm>
              <a:custGeom>
                <a:avLst/>
                <a:gdLst/>
                <a:ahLst/>
                <a:cxnLst/>
                <a:rect l="l" t="t" r="r" b="b"/>
                <a:pathLst>
                  <a:path w="22814" h="21741" extrusionOk="0">
                    <a:moveTo>
                      <a:pt x="16206" y="0"/>
                    </a:moveTo>
                    <a:cubicBezTo>
                      <a:pt x="15818" y="0"/>
                      <a:pt x="15428" y="140"/>
                      <a:pt x="15122" y="423"/>
                    </a:cubicBezTo>
                    <a:lnTo>
                      <a:pt x="668" y="13996"/>
                    </a:lnTo>
                    <a:cubicBezTo>
                      <a:pt x="25" y="14604"/>
                      <a:pt x="1" y="15616"/>
                      <a:pt x="608" y="16247"/>
                    </a:cubicBezTo>
                    <a:lnTo>
                      <a:pt x="5478" y="21259"/>
                    </a:lnTo>
                    <a:cubicBezTo>
                      <a:pt x="5786" y="21579"/>
                      <a:pt x="6199" y="21740"/>
                      <a:pt x="6613" y="21740"/>
                    </a:cubicBezTo>
                    <a:cubicBezTo>
                      <a:pt x="7000" y="21740"/>
                      <a:pt x="7388" y="21600"/>
                      <a:pt x="7692" y="21319"/>
                    </a:cubicBezTo>
                    <a:lnTo>
                      <a:pt x="22146" y="7746"/>
                    </a:lnTo>
                    <a:cubicBezTo>
                      <a:pt x="22789" y="7138"/>
                      <a:pt x="22813" y="6114"/>
                      <a:pt x="22206" y="5483"/>
                    </a:cubicBezTo>
                    <a:lnTo>
                      <a:pt x="17336" y="471"/>
                    </a:lnTo>
                    <a:cubicBezTo>
                      <a:pt x="17030" y="158"/>
                      <a:pt x="16619" y="0"/>
                      <a:pt x="16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1"/>
              <p:cNvSpPr/>
              <p:nvPr/>
            </p:nvSpPr>
            <p:spPr>
              <a:xfrm>
                <a:off x="2921175" y="3335950"/>
                <a:ext cx="576300" cy="564975"/>
              </a:xfrm>
              <a:custGeom>
                <a:avLst/>
                <a:gdLst/>
                <a:ahLst/>
                <a:cxnLst/>
                <a:rect l="l" t="t" r="r" b="b"/>
                <a:pathLst>
                  <a:path w="23052" h="22599" extrusionOk="0">
                    <a:moveTo>
                      <a:pt x="12574" y="1"/>
                    </a:moveTo>
                    <a:lnTo>
                      <a:pt x="1" y="11800"/>
                    </a:lnTo>
                    <a:lnTo>
                      <a:pt x="10478" y="22599"/>
                    </a:lnTo>
                    <a:lnTo>
                      <a:pt x="23051" y="10788"/>
                    </a:lnTo>
                    <a:lnTo>
                      <a:pt x="125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1"/>
              <p:cNvSpPr/>
              <p:nvPr/>
            </p:nvSpPr>
            <p:spPr>
              <a:xfrm>
                <a:off x="2744375" y="3630925"/>
                <a:ext cx="438775" cy="430450"/>
              </a:xfrm>
              <a:custGeom>
                <a:avLst/>
                <a:gdLst/>
                <a:ahLst/>
                <a:cxnLst/>
                <a:rect l="l" t="t" r="r" b="b"/>
                <a:pathLst>
                  <a:path w="17551" h="17218" extrusionOk="0">
                    <a:moveTo>
                      <a:pt x="7073" y="1"/>
                    </a:moveTo>
                    <a:lnTo>
                      <a:pt x="775" y="5918"/>
                    </a:lnTo>
                    <a:cubicBezTo>
                      <a:pt x="36" y="6597"/>
                      <a:pt x="1" y="7728"/>
                      <a:pt x="691" y="8442"/>
                    </a:cubicBezTo>
                    <a:lnTo>
                      <a:pt x="8680" y="16681"/>
                    </a:lnTo>
                    <a:cubicBezTo>
                      <a:pt x="9038" y="17039"/>
                      <a:pt x="9509" y="17217"/>
                      <a:pt x="9981" y="17217"/>
                    </a:cubicBezTo>
                    <a:cubicBezTo>
                      <a:pt x="10438" y="17217"/>
                      <a:pt x="10895" y="17051"/>
                      <a:pt x="11252" y="16717"/>
                    </a:cubicBezTo>
                    <a:lnTo>
                      <a:pt x="17550" y="10800"/>
                    </a:lnTo>
                    <a:lnTo>
                      <a:pt x="707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1"/>
              <p:cNvSpPr/>
              <p:nvPr/>
            </p:nvSpPr>
            <p:spPr>
              <a:xfrm>
                <a:off x="3235500" y="3178000"/>
                <a:ext cx="435500" cy="427650"/>
              </a:xfrm>
              <a:custGeom>
                <a:avLst/>
                <a:gdLst/>
                <a:ahLst/>
                <a:cxnLst/>
                <a:rect l="l" t="t" r="r" b="b"/>
                <a:pathLst>
                  <a:path w="17420" h="17106" extrusionOk="0">
                    <a:moveTo>
                      <a:pt x="7445" y="1"/>
                    </a:moveTo>
                    <a:cubicBezTo>
                      <a:pt x="7001" y="1"/>
                      <a:pt x="6556" y="161"/>
                      <a:pt x="6204" y="485"/>
                    </a:cubicBezTo>
                    <a:lnTo>
                      <a:pt x="1" y="6319"/>
                    </a:lnTo>
                    <a:lnTo>
                      <a:pt x="10478" y="17106"/>
                    </a:lnTo>
                    <a:lnTo>
                      <a:pt x="16682" y="11284"/>
                    </a:lnTo>
                    <a:cubicBezTo>
                      <a:pt x="17396" y="10617"/>
                      <a:pt x="17420" y="9486"/>
                      <a:pt x="16741" y="8783"/>
                    </a:cubicBezTo>
                    <a:lnTo>
                      <a:pt x="8752" y="544"/>
                    </a:lnTo>
                    <a:cubicBezTo>
                      <a:pt x="8390" y="182"/>
                      <a:pt x="7918" y="1"/>
                      <a:pt x="74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1"/>
              <p:cNvSpPr/>
              <p:nvPr/>
            </p:nvSpPr>
            <p:spPr>
              <a:xfrm>
                <a:off x="3229850" y="3335950"/>
                <a:ext cx="267625" cy="275075"/>
              </a:xfrm>
              <a:custGeom>
                <a:avLst/>
                <a:gdLst/>
                <a:ahLst/>
                <a:cxnLst/>
                <a:rect l="l" t="t" r="r" b="b"/>
                <a:pathLst>
                  <a:path w="10705" h="11003" extrusionOk="0">
                    <a:moveTo>
                      <a:pt x="227" y="1"/>
                    </a:moveTo>
                    <a:lnTo>
                      <a:pt x="1" y="215"/>
                    </a:lnTo>
                    <a:lnTo>
                      <a:pt x="10478" y="11002"/>
                    </a:lnTo>
                    <a:lnTo>
                      <a:pt x="10704" y="10788"/>
                    </a:lnTo>
                    <a:lnTo>
                      <a:pt x="227" y="1"/>
                    </a:lnTo>
                    <a:close/>
                  </a:path>
                </a:pathLst>
              </a:custGeom>
              <a:solidFill>
                <a:srgbClr val="8484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1"/>
              <p:cNvSpPr/>
              <p:nvPr/>
            </p:nvSpPr>
            <p:spPr>
              <a:xfrm>
                <a:off x="2919400" y="3627075"/>
                <a:ext cx="267925" cy="275350"/>
              </a:xfrm>
              <a:custGeom>
                <a:avLst/>
                <a:gdLst/>
                <a:ahLst/>
                <a:cxnLst/>
                <a:rect l="l" t="t" r="r" b="b"/>
                <a:pathLst>
                  <a:path w="10717" h="11014" extrusionOk="0">
                    <a:moveTo>
                      <a:pt x="239" y="0"/>
                    </a:moveTo>
                    <a:lnTo>
                      <a:pt x="1" y="214"/>
                    </a:lnTo>
                    <a:lnTo>
                      <a:pt x="10490" y="11013"/>
                    </a:lnTo>
                    <a:lnTo>
                      <a:pt x="10716" y="10799"/>
                    </a:lnTo>
                    <a:lnTo>
                      <a:pt x="239" y="0"/>
                    </a:lnTo>
                    <a:close/>
                  </a:path>
                </a:pathLst>
              </a:custGeom>
              <a:solidFill>
                <a:srgbClr val="8484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1"/>
              <p:cNvSpPr/>
              <p:nvPr/>
            </p:nvSpPr>
            <p:spPr>
              <a:xfrm>
                <a:off x="3496850" y="1951800"/>
                <a:ext cx="1527000" cy="1359500"/>
              </a:xfrm>
              <a:custGeom>
                <a:avLst/>
                <a:gdLst/>
                <a:ahLst/>
                <a:cxnLst/>
                <a:rect l="l" t="t" r="r" b="b"/>
                <a:pathLst>
                  <a:path w="61080" h="54380" extrusionOk="0">
                    <a:moveTo>
                      <a:pt x="30541" y="4773"/>
                    </a:moveTo>
                    <a:cubicBezTo>
                      <a:pt x="35369" y="4773"/>
                      <a:pt x="40176" y="6333"/>
                      <a:pt x="44173" y="9397"/>
                    </a:cubicBezTo>
                    <a:cubicBezTo>
                      <a:pt x="51364" y="14909"/>
                      <a:pt x="54531" y="24208"/>
                      <a:pt x="52198" y="32971"/>
                    </a:cubicBezTo>
                    <a:cubicBezTo>
                      <a:pt x="49513" y="42990"/>
                      <a:pt x="40447" y="49605"/>
                      <a:pt x="30544" y="49605"/>
                    </a:cubicBezTo>
                    <a:cubicBezTo>
                      <a:pt x="28632" y="49605"/>
                      <a:pt x="26688" y="49359"/>
                      <a:pt x="24754" y="48842"/>
                    </a:cubicBezTo>
                    <a:cubicBezTo>
                      <a:pt x="15991" y="46497"/>
                      <a:pt x="9514" y="39115"/>
                      <a:pt x="8323" y="30126"/>
                    </a:cubicBezTo>
                    <a:cubicBezTo>
                      <a:pt x="7132" y="21136"/>
                      <a:pt x="11466" y="12326"/>
                      <a:pt x="19324" y="7789"/>
                    </a:cubicBezTo>
                    <a:cubicBezTo>
                      <a:pt x="22810" y="5769"/>
                      <a:pt x="26682" y="4773"/>
                      <a:pt x="30541" y="4773"/>
                    </a:cubicBezTo>
                    <a:close/>
                    <a:moveTo>
                      <a:pt x="30545" y="0"/>
                    </a:moveTo>
                    <a:cubicBezTo>
                      <a:pt x="23681" y="0"/>
                      <a:pt x="16807" y="2498"/>
                      <a:pt x="11454" y="7528"/>
                    </a:cubicBezTo>
                    <a:cubicBezTo>
                      <a:pt x="405" y="17803"/>
                      <a:pt x="1" y="35162"/>
                      <a:pt x="10538" y="45961"/>
                    </a:cubicBezTo>
                    <a:cubicBezTo>
                      <a:pt x="15972" y="51561"/>
                      <a:pt x="23251" y="54380"/>
                      <a:pt x="30541" y="54380"/>
                    </a:cubicBezTo>
                    <a:cubicBezTo>
                      <a:pt x="37403" y="54380"/>
                      <a:pt x="44274" y="51882"/>
                      <a:pt x="49626" y="46854"/>
                    </a:cubicBezTo>
                    <a:cubicBezTo>
                      <a:pt x="60675" y="36567"/>
                      <a:pt x="61080" y="19208"/>
                      <a:pt x="50543" y="8409"/>
                    </a:cubicBezTo>
                    <a:cubicBezTo>
                      <a:pt x="45110" y="2816"/>
                      <a:pt x="37833" y="0"/>
                      <a:pt x="305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1"/>
              <p:cNvSpPr/>
              <p:nvPr/>
            </p:nvSpPr>
            <p:spPr>
              <a:xfrm>
                <a:off x="3929350" y="2337850"/>
                <a:ext cx="662000" cy="586550"/>
              </a:xfrm>
              <a:custGeom>
                <a:avLst/>
                <a:gdLst/>
                <a:ahLst/>
                <a:cxnLst/>
                <a:rect l="l" t="t" r="r" b="b"/>
                <a:pathLst>
                  <a:path w="26480" h="23462" extrusionOk="0">
                    <a:moveTo>
                      <a:pt x="13244" y="0"/>
                    </a:moveTo>
                    <a:cubicBezTo>
                      <a:pt x="11906" y="0"/>
                      <a:pt x="10545" y="231"/>
                      <a:pt x="9216" y="718"/>
                    </a:cubicBezTo>
                    <a:cubicBezTo>
                      <a:pt x="3132" y="2932"/>
                      <a:pt x="0" y="9671"/>
                      <a:pt x="2227" y="15755"/>
                    </a:cubicBezTo>
                    <a:cubicBezTo>
                      <a:pt x="3958" y="20510"/>
                      <a:pt x="8452" y="23461"/>
                      <a:pt x="13237" y="23461"/>
                    </a:cubicBezTo>
                    <a:cubicBezTo>
                      <a:pt x="14575" y="23461"/>
                      <a:pt x="15935" y="23231"/>
                      <a:pt x="17264" y="22744"/>
                    </a:cubicBezTo>
                    <a:cubicBezTo>
                      <a:pt x="23349" y="20530"/>
                      <a:pt x="26480" y="13791"/>
                      <a:pt x="24253" y="7707"/>
                    </a:cubicBezTo>
                    <a:cubicBezTo>
                      <a:pt x="22523" y="2952"/>
                      <a:pt x="18029" y="0"/>
                      <a:pt x="13244" y="0"/>
                    </a:cubicBezTo>
                    <a:close/>
                  </a:path>
                </a:pathLst>
              </a:custGeom>
              <a:solidFill>
                <a:schemeClr val="l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6" name="Google Shape;1886;p41"/>
            <p:cNvSpPr/>
            <p:nvPr/>
          </p:nvSpPr>
          <p:spPr>
            <a:xfrm>
              <a:off x="3174525" y="2139400"/>
              <a:ext cx="531600" cy="5316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7" name="Google Shape;1887;p41"/>
            <p:cNvSpPr/>
            <p:nvPr/>
          </p:nvSpPr>
          <p:spPr>
            <a:xfrm>
              <a:off x="5562400" y="2075300"/>
              <a:ext cx="531600" cy="5316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8" name="Google Shape;1888;p41"/>
          <p:cNvSpPr txBox="1">
            <a:spLocks noGrp="1"/>
          </p:cNvSpPr>
          <p:nvPr>
            <p:ph type="title" idx="4294967295"/>
          </p:nvPr>
        </p:nvSpPr>
        <p:spPr>
          <a:xfrm>
            <a:off x="637200" y="1339135"/>
            <a:ext cx="2170800" cy="531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800" dirty="0"/>
              <a:t>Transformer le français en chiffres</a:t>
            </a:r>
          </a:p>
        </p:txBody>
      </p:sp>
      <p:sp>
        <p:nvSpPr>
          <p:cNvPr id="1889" name="Google Shape;1889;p41"/>
          <p:cNvSpPr txBox="1">
            <a:spLocks noGrp="1"/>
          </p:cNvSpPr>
          <p:nvPr>
            <p:ph type="title" idx="4294967295"/>
          </p:nvPr>
        </p:nvSpPr>
        <p:spPr>
          <a:xfrm>
            <a:off x="637200" y="1786173"/>
            <a:ext cx="2170800" cy="67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400" b="0" dirty="0">
                <a:solidFill>
                  <a:schemeClr val="dk2"/>
                </a:solidFill>
                <a:latin typeface="DM Sans"/>
                <a:ea typeface="DM Sans"/>
                <a:cs typeface="DM Sans"/>
                <a:sym typeface="DM Sans"/>
              </a:rPr>
              <a:t>Construire une matrice TF-IDF sans packages</a:t>
            </a:r>
          </a:p>
        </p:txBody>
      </p:sp>
      <p:sp>
        <p:nvSpPr>
          <p:cNvPr id="1890" name="Google Shape;1890;p41"/>
          <p:cNvSpPr txBox="1">
            <a:spLocks noGrp="1"/>
          </p:cNvSpPr>
          <p:nvPr>
            <p:ph type="title" idx="4294967295"/>
          </p:nvPr>
        </p:nvSpPr>
        <p:spPr>
          <a:xfrm>
            <a:off x="6336075" y="1339135"/>
            <a:ext cx="2170800" cy="53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t>Révéler l'invisible </a:t>
            </a:r>
          </a:p>
        </p:txBody>
      </p:sp>
      <p:sp>
        <p:nvSpPr>
          <p:cNvPr id="1891" name="Google Shape;1891;p41"/>
          <p:cNvSpPr txBox="1">
            <a:spLocks noGrp="1"/>
          </p:cNvSpPr>
          <p:nvPr>
            <p:ph type="title" idx="4294967295"/>
          </p:nvPr>
        </p:nvSpPr>
        <p:spPr>
          <a:xfrm>
            <a:off x="6336074" y="1786173"/>
            <a:ext cx="2568275" cy="67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400" b="0" dirty="0">
                <a:solidFill>
                  <a:schemeClr val="dk2"/>
                </a:solidFill>
                <a:latin typeface="DM Sans"/>
                <a:ea typeface="DM Sans"/>
                <a:cs typeface="DM Sans"/>
                <a:sym typeface="DM Sans"/>
              </a:rPr>
              <a:t>Extraire les thèmes dominants qui se cachent dans nos textes</a:t>
            </a:r>
          </a:p>
        </p:txBody>
      </p:sp>
      <p:sp>
        <p:nvSpPr>
          <p:cNvPr id="1892" name="Google Shape;1892;p41"/>
          <p:cNvSpPr txBox="1">
            <a:spLocks noGrp="1"/>
          </p:cNvSpPr>
          <p:nvPr>
            <p:ph type="title" idx="4294967295"/>
          </p:nvPr>
        </p:nvSpPr>
        <p:spPr>
          <a:xfrm>
            <a:off x="637200" y="3005025"/>
            <a:ext cx="2170800" cy="531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800" dirty="0"/>
              <a:t>Donner vie aux mathématiques</a:t>
            </a:r>
          </a:p>
        </p:txBody>
      </p:sp>
      <p:sp>
        <p:nvSpPr>
          <p:cNvPr id="1893" name="Google Shape;1893;p41"/>
          <p:cNvSpPr txBox="1">
            <a:spLocks noGrp="1"/>
          </p:cNvSpPr>
          <p:nvPr>
            <p:ph type="title" idx="4294967295"/>
          </p:nvPr>
        </p:nvSpPr>
        <p:spPr>
          <a:xfrm>
            <a:off x="296300" y="3520220"/>
            <a:ext cx="2511700" cy="67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400" b="0" dirty="0">
                <a:solidFill>
                  <a:schemeClr val="dk2"/>
                </a:solidFill>
                <a:latin typeface="DM Sans"/>
                <a:ea typeface="DM Sans"/>
                <a:cs typeface="DM Sans"/>
                <a:sym typeface="DM Sans"/>
              </a:rPr>
              <a:t>Appliquer la Décomposition en Valeurs Singulières (SVD)... à la main !</a:t>
            </a:r>
          </a:p>
        </p:txBody>
      </p:sp>
      <p:sp>
        <p:nvSpPr>
          <p:cNvPr id="1894" name="Google Shape;1894;p41"/>
          <p:cNvSpPr txBox="1">
            <a:spLocks noGrp="1"/>
          </p:cNvSpPr>
          <p:nvPr>
            <p:ph type="title" idx="4294967295"/>
          </p:nvPr>
        </p:nvSpPr>
        <p:spPr>
          <a:xfrm>
            <a:off x="6336074" y="3005025"/>
            <a:ext cx="2360453" cy="53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t>Cartographier le savoir </a:t>
            </a:r>
          </a:p>
        </p:txBody>
      </p:sp>
      <p:sp>
        <p:nvSpPr>
          <p:cNvPr id="1895" name="Google Shape;1895;p41"/>
          <p:cNvSpPr txBox="1">
            <a:spLocks noGrp="1"/>
          </p:cNvSpPr>
          <p:nvPr>
            <p:ph type="title" idx="4294967295"/>
          </p:nvPr>
        </p:nvSpPr>
        <p:spPr>
          <a:xfrm>
            <a:off x="6336075" y="3452125"/>
            <a:ext cx="2170800" cy="67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400" b="0" dirty="0">
                <a:solidFill>
                  <a:schemeClr val="dk2"/>
                </a:solidFill>
                <a:latin typeface="DM Sans"/>
                <a:ea typeface="DM Sans"/>
                <a:cs typeface="DM Sans"/>
                <a:sym typeface="DM Sans"/>
              </a:rPr>
              <a:t>Projeter nos documents dans un espace sémantique </a:t>
            </a:r>
          </a:p>
        </p:txBody>
      </p:sp>
      <p:sp>
        <p:nvSpPr>
          <p:cNvPr id="1896" name="Google Shape;1896;p41"/>
          <p:cNvSpPr/>
          <p:nvPr/>
        </p:nvSpPr>
        <p:spPr>
          <a:xfrm>
            <a:off x="3790000" y="3295671"/>
            <a:ext cx="2534850" cy="584650"/>
          </a:xfrm>
          <a:custGeom>
            <a:avLst/>
            <a:gdLst/>
            <a:ahLst/>
            <a:cxnLst/>
            <a:rect l="l" t="t" r="r" b="b"/>
            <a:pathLst>
              <a:path w="101394" h="23386" extrusionOk="0">
                <a:moveTo>
                  <a:pt x="101394" y="744"/>
                </a:moveTo>
                <a:cubicBezTo>
                  <a:pt x="95789" y="950"/>
                  <a:pt x="80167" y="-1729"/>
                  <a:pt x="67761" y="1980"/>
                </a:cubicBezTo>
                <a:cubicBezTo>
                  <a:pt x="55355" y="5690"/>
                  <a:pt x="38250" y="20734"/>
                  <a:pt x="26956" y="23001"/>
                </a:cubicBezTo>
                <a:cubicBezTo>
                  <a:pt x="15663" y="25268"/>
                  <a:pt x="4493" y="16819"/>
                  <a:pt x="0" y="15582"/>
                </a:cubicBezTo>
              </a:path>
            </a:pathLst>
          </a:custGeom>
          <a:noFill/>
          <a:ln w="19050" cap="flat" cmpd="sng">
            <a:solidFill>
              <a:schemeClr val="accent4"/>
            </a:solidFill>
            <a:prstDash val="solid"/>
            <a:round/>
            <a:headEnd type="oval" w="med" len="med"/>
            <a:tailEnd type="oval" w="med" len="med"/>
          </a:ln>
        </p:spPr>
      </p:sp>
      <p:sp>
        <p:nvSpPr>
          <p:cNvPr id="1897" name="Google Shape;1897;p41"/>
          <p:cNvSpPr/>
          <p:nvPr/>
        </p:nvSpPr>
        <p:spPr>
          <a:xfrm>
            <a:off x="2819325" y="2425400"/>
            <a:ext cx="259662" cy="870311"/>
          </a:xfrm>
          <a:custGeom>
            <a:avLst/>
            <a:gdLst/>
            <a:ahLst/>
            <a:cxnLst/>
            <a:rect l="l" t="t" r="r" b="b"/>
            <a:pathLst>
              <a:path w="14344" h="34622" extrusionOk="0">
                <a:moveTo>
                  <a:pt x="0" y="34622"/>
                </a:moveTo>
                <a:cubicBezTo>
                  <a:pt x="1360" y="33056"/>
                  <a:pt x="6883" y="29346"/>
                  <a:pt x="8161" y="25224"/>
                </a:cubicBezTo>
                <a:cubicBezTo>
                  <a:pt x="9439" y="21102"/>
                  <a:pt x="6637" y="14096"/>
                  <a:pt x="7667" y="9892"/>
                </a:cubicBezTo>
                <a:cubicBezTo>
                  <a:pt x="8698" y="5688"/>
                  <a:pt x="13231" y="1649"/>
                  <a:pt x="14344" y="0"/>
                </a:cubicBezTo>
              </a:path>
            </a:pathLst>
          </a:custGeom>
          <a:noFill/>
          <a:ln w="19050" cap="flat" cmpd="sng">
            <a:solidFill>
              <a:schemeClr val="accent4"/>
            </a:solidFill>
            <a:prstDash val="solid"/>
            <a:round/>
            <a:headEnd type="oval" w="med" len="med"/>
            <a:tailEnd type="oval" w="med" len="med"/>
          </a:ln>
        </p:spPr>
      </p:sp>
      <p:sp>
        <p:nvSpPr>
          <p:cNvPr id="1898" name="Google Shape;1898;p41"/>
          <p:cNvSpPr/>
          <p:nvPr/>
        </p:nvSpPr>
        <p:spPr>
          <a:xfrm>
            <a:off x="2831700" y="1422102"/>
            <a:ext cx="1848575" cy="754575"/>
          </a:xfrm>
          <a:custGeom>
            <a:avLst/>
            <a:gdLst/>
            <a:ahLst/>
            <a:cxnLst/>
            <a:rect l="l" t="t" r="r" b="b"/>
            <a:pathLst>
              <a:path w="73943" h="30183" extrusionOk="0">
                <a:moveTo>
                  <a:pt x="0" y="8173"/>
                </a:moveTo>
                <a:cubicBezTo>
                  <a:pt x="2185" y="6813"/>
                  <a:pt x="6883" y="301"/>
                  <a:pt x="13107" y="12"/>
                </a:cubicBezTo>
                <a:cubicBezTo>
                  <a:pt x="19331" y="-276"/>
                  <a:pt x="28770" y="4752"/>
                  <a:pt x="37343" y="6442"/>
                </a:cubicBezTo>
                <a:cubicBezTo>
                  <a:pt x="45916" y="8132"/>
                  <a:pt x="58446" y="6195"/>
                  <a:pt x="64546" y="10152"/>
                </a:cubicBezTo>
                <a:cubicBezTo>
                  <a:pt x="70646" y="14109"/>
                  <a:pt x="72377" y="26845"/>
                  <a:pt x="73943" y="30183"/>
                </a:cubicBezTo>
              </a:path>
            </a:pathLst>
          </a:custGeom>
          <a:noFill/>
          <a:ln w="19050" cap="flat" cmpd="sng">
            <a:solidFill>
              <a:schemeClr val="accent4"/>
            </a:solidFill>
            <a:prstDash val="solid"/>
            <a:round/>
            <a:headEnd type="oval" w="med" len="med"/>
            <a:tailEnd type="oval" w="med" len="med"/>
          </a:ln>
        </p:spPr>
      </p:sp>
      <p:sp>
        <p:nvSpPr>
          <p:cNvPr id="1899" name="Google Shape;1899;p41"/>
          <p:cNvSpPr/>
          <p:nvPr/>
        </p:nvSpPr>
        <p:spPr>
          <a:xfrm>
            <a:off x="6165325" y="1632625"/>
            <a:ext cx="159518" cy="671123"/>
          </a:xfrm>
          <a:custGeom>
            <a:avLst/>
            <a:gdLst/>
            <a:ahLst/>
            <a:cxnLst/>
            <a:rect l="l" t="t" r="r" b="b"/>
            <a:pathLst>
              <a:path w="10387" h="27698" extrusionOk="0">
                <a:moveTo>
                  <a:pt x="10387" y="0"/>
                </a:moveTo>
                <a:cubicBezTo>
                  <a:pt x="9439" y="1401"/>
                  <a:pt x="5482" y="4699"/>
                  <a:pt x="4699" y="8408"/>
                </a:cubicBezTo>
                <a:cubicBezTo>
                  <a:pt x="3916" y="12118"/>
                  <a:pt x="6471" y="19042"/>
                  <a:pt x="5688" y="22257"/>
                </a:cubicBezTo>
                <a:cubicBezTo>
                  <a:pt x="4905" y="25472"/>
                  <a:pt x="948" y="26791"/>
                  <a:pt x="0" y="27698"/>
                </a:cubicBezTo>
              </a:path>
            </a:pathLst>
          </a:custGeom>
          <a:noFill/>
          <a:ln w="19050" cap="flat" cmpd="sng">
            <a:solidFill>
              <a:schemeClr val="accent4"/>
            </a:solidFill>
            <a:prstDash val="solid"/>
            <a:round/>
            <a:headEnd type="oval" w="med" len="med"/>
            <a:tailEnd type="oval" w="med" len="med"/>
          </a:ln>
        </p:spPr>
      </p:sp>
      <p:pic>
        <p:nvPicPr>
          <p:cNvPr id="3" name="Image 2">
            <a:extLst>
              <a:ext uri="{FF2B5EF4-FFF2-40B4-BE49-F238E27FC236}">
                <a16:creationId xmlns:a16="http://schemas.microsoft.com/office/drawing/2014/main" id="{67AF79AA-1FB4-7414-EC11-BB660AACDBE8}"/>
              </a:ext>
            </a:extLst>
          </p:cNvPr>
          <p:cNvPicPr>
            <a:picLocks noChangeAspect="1"/>
          </p:cNvPicPr>
          <p:nvPr/>
        </p:nvPicPr>
        <p:blipFill>
          <a:blip r:embed="rId3">
            <a:duotone>
              <a:schemeClr val="accent1">
                <a:shade val="45000"/>
                <a:satMod val="135000"/>
              </a:schemeClr>
              <a:prstClr val="white"/>
            </a:duotone>
          </a:blip>
          <a:stretch>
            <a:fillRect/>
          </a:stretch>
        </p:blipFill>
        <p:spPr>
          <a:xfrm>
            <a:off x="3259241" y="2229188"/>
            <a:ext cx="360000" cy="360000"/>
          </a:xfrm>
          <a:prstGeom prst="rect">
            <a:avLst/>
          </a:prstGeom>
        </p:spPr>
      </p:pic>
      <p:pic>
        <p:nvPicPr>
          <p:cNvPr id="5" name="Image 4">
            <a:extLst>
              <a:ext uri="{FF2B5EF4-FFF2-40B4-BE49-F238E27FC236}">
                <a16:creationId xmlns:a16="http://schemas.microsoft.com/office/drawing/2014/main" id="{270ECAA5-FC1B-2EE3-9644-657F39FCD4DA}"/>
              </a:ext>
            </a:extLst>
          </p:cNvPr>
          <p:cNvPicPr>
            <a:picLocks noChangeAspect="1"/>
          </p:cNvPicPr>
          <p:nvPr/>
        </p:nvPicPr>
        <p:blipFill>
          <a:blip r:embed="rId4">
            <a:duotone>
              <a:schemeClr val="accent2">
                <a:shade val="45000"/>
                <a:satMod val="135000"/>
              </a:schemeClr>
              <a:prstClr val="white"/>
            </a:duotone>
          </a:blip>
          <a:stretch>
            <a:fillRect/>
          </a:stretch>
        </p:blipFill>
        <p:spPr>
          <a:xfrm>
            <a:off x="5666200" y="2176677"/>
            <a:ext cx="324000" cy="324000"/>
          </a:xfrm>
          <a:prstGeom prst="rect">
            <a:avLst/>
          </a:prstGeom>
        </p:spPr>
      </p:pic>
      <p:pic>
        <p:nvPicPr>
          <p:cNvPr id="7" name="Image 6">
            <a:extLst>
              <a:ext uri="{FF2B5EF4-FFF2-40B4-BE49-F238E27FC236}">
                <a16:creationId xmlns:a16="http://schemas.microsoft.com/office/drawing/2014/main" id="{EC2044E9-FF60-230B-524A-E4197010FE6D}"/>
              </a:ext>
            </a:extLst>
          </p:cNvPr>
          <p:cNvPicPr>
            <a:picLocks noChangeAspect="1"/>
          </p:cNvPicPr>
          <p:nvPr/>
        </p:nvPicPr>
        <p:blipFill>
          <a:blip r:embed="rId5"/>
          <a:stretch>
            <a:fillRect/>
          </a:stretch>
        </p:blipFill>
        <p:spPr>
          <a:xfrm>
            <a:off x="4417126" y="2310776"/>
            <a:ext cx="396000" cy="39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61"/>
        <p:cNvGrpSpPr/>
        <p:nvPr/>
      </p:nvGrpSpPr>
      <p:grpSpPr>
        <a:xfrm>
          <a:off x="0" y="0"/>
          <a:ext cx="0" cy="0"/>
          <a:chOff x="0" y="0"/>
          <a:chExt cx="0" cy="0"/>
        </a:xfrm>
      </p:grpSpPr>
      <p:sp>
        <p:nvSpPr>
          <p:cNvPr id="2462" name="Google Shape;2462;p63"/>
          <p:cNvSpPr txBox="1">
            <a:spLocks noGrp="1"/>
          </p:cNvSpPr>
          <p:nvPr>
            <p:ph type="title" idx="4294967295"/>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solidFill>
                  <a:schemeClr val="accent2"/>
                </a:solidFill>
              </a:rPr>
              <a:t>L’ÉQUIPE</a:t>
            </a:r>
          </a:p>
        </p:txBody>
      </p:sp>
      <p:sp>
        <p:nvSpPr>
          <p:cNvPr id="2465" name="Google Shape;2465;p63"/>
          <p:cNvSpPr txBox="1">
            <a:spLocks noGrp="1"/>
          </p:cNvSpPr>
          <p:nvPr>
            <p:ph type="title"/>
          </p:nvPr>
        </p:nvSpPr>
        <p:spPr>
          <a:xfrm>
            <a:off x="4881090" y="3280100"/>
            <a:ext cx="26982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ES" dirty="0"/>
              <a:t>CHRYSOSTOME </a:t>
            </a:r>
            <a:r>
              <a:rPr lang="es-ES" dirty="0" err="1"/>
              <a:t>Priscillia</a:t>
            </a:r>
            <a:r>
              <a:rPr lang="es-ES" dirty="0"/>
              <a:t> (M1 en MSI)</a:t>
            </a:r>
            <a:endParaRPr dirty="0"/>
          </a:p>
        </p:txBody>
      </p:sp>
      <p:sp>
        <p:nvSpPr>
          <p:cNvPr id="2467" name="Google Shape;2467;p63"/>
          <p:cNvSpPr txBox="1">
            <a:spLocks noGrp="1"/>
          </p:cNvSpPr>
          <p:nvPr>
            <p:ph type="title" idx="3"/>
          </p:nvPr>
        </p:nvSpPr>
        <p:spPr>
          <a:xfrm>
            <a:off x="1506906" y="3280100"/>
            <a:ext cx="26985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SOLOFONIAINA Anjara Mirindra (M1 en I2AD)</a:t>
            </a:r>
            <a:endParaRPr dirty="0"/>
          </a:p>
        </p:txBody>
      </p:sp>
      <p:pic>
        <p:nvPicPr>
          <p:cNvPr id="2470" name="Google Shape;2470;p63"/>
          <p:cNvPicPr preferRelativeResize="0"/>
          <p:nvPr/>
        </p:nvPicPr>
        <p:blipFill rotWithShape="1">
          <a:blip r:embed="rId3"/>
          <a:srcRect l="31280" t="1336" r="17405" b="21437"/>
          <a:stretch/>
        </p:blipFill>
        <p:spPr>
          <a:xfrm>
            <a:off x="5265713" y="1243593"/>
            <a:ext cx="1928955" cy="1822024"/>
          </a:xfrm>
          <a:prstGeom prst="rect">
            <a:avLst/>
          </a:prstGeom>
        </p:spPr>
      </p:pic>
      <p:pic>
        <p:nvPicPr>
          <p:cNvPr id="3" name="Image 2">
            <a:extLst>
              <a:ext uri="{FF2B5EF4-FFF2-40B4-BE49-F238E27FC236}">
                <a16:creationId xmlns:a16="http://schemas.microsoft.com/office/drawing/2014/main" id="{731DDF82-8113-2126-D47E-440E67AA70C0}"/>
              </a:ext>
            </a:extLst>
          </p:cNvPr>
          <p:cNvPicPr>
            <a:picLocks noChangeAspect="1"/>
          </p:cNvPicPr>
          <p:nvPr/>
        </p:nvPicPr>
        <p:blipFill>
          <a:blip r:embed="rId4"/>
          <a:stretch>
            <a:fillRect/>
          </a:stretch>
        </p:blipFill>
        <p:spPr>
          <a:xfrm>
            <a:off x="1845358" y="774447"/>
            <a:ext cx="2170784" cy="230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9"/>
        <p:cNvGrpSpPr/>
        <p:nvPr/>
      </p:nvGrpSpPr>
      <p:grpSpPr>
        <a:xfrm>
          <a:off x="0" y="0"/>
          <a:ext cx="0" cy="0"/>
          <a:chOff x="0" y="0"/>
          <a:chExt cx="0" cy="0"/>
        </a:xfrm>
      </p:grpSpPr>
      <p:sp>
        <p:nvSpPr>
          <p:cNvPr id="2130" name="Google Shape;2130;p54"/>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solidFill>
                  <a:schemeClr val="accent2"/>
                </a:solidFill>
              </a:rPr>
              <a:t>CORPUS UTILISÉ</a:t>
            </a:r>
          </a:p>
        </p:txBody>
      </p:sp>
      <p:sp>
        <p:nvSpPr>
          <p:cNvPr id="2131" name="Google Shape;2131;p54"/>
          <p:cNvSpPr txBox="1">
            <a:spLocks noGrp="1"/>
          </p:cNvSpPr>
          <p:nvPr>
            <p:ph type="title" idx="4294967295"/>
          </p:nvPr>
        </p:nvSpPr>
        <p:spPr>
          <a:xfrm>
            <a:off x="561000" y="1369785"/>
            <a:ext cx="2170800" cy="531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800" dirty="0"/>
              <a:t>Montagne</a:t>
            </a:r>
            <a:endParaRPr sz="1800" b="1" dirty="0"/>
          </a:p>
        </p:txBody>
      </p:sp>
      <p:sp>
        <p:nvSpPr>
          <p:cNvPr id="2132" name="Google Shape;2132;p54"/>
          <p:cNvSpPr txBox="1">
            <a:spLocks noGrp="1"/>
          </p:cNvSpPr>
          <p:nvPr>
            <p:ph type="title" idx="4294967295"/>
          </p:nvPr>
        </p:nvSpPr>
        <p:spPr>
          <a:xfrm>
            <a:off x="22525" y="1781151"/>
            <a:ext cx="2731800" cy="67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400" b="0" dirty="0">
                <a:solidFill>
                  <a:schemeClr val="dk2"/>
                </a:solidFill>
                <a:latin typeface="DM Sans"/>
                <a:ea typeface="DM Sans"/>
                <a:cs typeface="DM Sans"/>
                <a:sym typeface="DM Sans"/>
              </a:rPr>
              <a:t>Une montagne est une forme de relief. Elle se </a:t>
            </a:r>
            <a:r>
              <a:rPr lang="fr-FR" sz="1400" b="0" dirty="0" err="1">
                <a:solidFill>
                  <a:schemeClr val="dk2"/>
                </a:solidFill>
                <a:latin typeface="DM Sans"/>
                <a:ea typeface="DM Sans"/>
                <a:cs typeface="DM Sans"/>
                <a:sym typeface="DM Sans"/>
              </a:rPr>
              <a:t>cara</a:t>
            </a:r>
            <a:r>
              <a:rPr lang="fr-FR" sz="1400" b="0" dirty="0">
                <a:solidFill>
                  <a:schemeClr val="dk2"/>
                </a:solidFill>
                <a:latin typeface="DM Sans"/>
                <a:ea typeface="DM Sans"/>
                <a:cs typeface="DM Sans"/>
                <a:sym typeface="DM Sans"/>
              </a:rPr>
              <a:t>...</a:t>
            </a:r>
            <a:endParaRPr sz="1400" b="0" dirty="0">
              <a:solidFill>
                <a:schemeClr val="dk2"/>
              </a:solidFill>
              <a:latin typeface="DM Sans"/>
              <a:ea typeface="DM Sans"/>
              <a:cs typeface="DM Sans"/>
              <a:sym typeface="DM Sans"/>
            </a:endParaRPr>
          </a:p>
        </p:txBody>
      </p:sp>
      <p:sp>
        <p:nvSpPr>
          <p:cNvPr id="2133" name="Google Shape;2133;p54"/>
          <p:cNvSpPr txBox="1">
            <a:spLocks noGrp="1"/>
          </p:cNvSpPr>
          <p:nvPr>
            <p:ph type="title" idx="4294967295"/>
          </p:nvPr>
        </p:nvSpPr>
        <p:spPr>
          <a:xfrm>
            <a:off x="5000400" y="1369785"/>
            <a:ext cx="2170800" cy="531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800" dirty="0"/>
              <a:t>Économie</a:t>
            </a:r>
            <a:endParaRPr sz="1800" b="1" dirty="0"/>
          </a:p>
        </p:txBody>
      </p:sp>
      <p:sp>
        <p:nvSpPr>
          <p:cNvPr id="2134" name="Google Shape;2134;p54"/>
          <p:cNvSpPr txBox="1">
            <a:spLocks noGrp="1"/>
          </p:cNvSpPr>
          <p:nvPr>
            <p:ph type="title" idx="4294967295"/>
          </p:nvPr>
        </p:nvSpPr>
        <p:spPr>
          <a:xfrm>
            <a:off x="5000400" y="1816823"/>
            <a:ext cx="2170800" cy="67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1400" b="0" dirty="0">
                <a:solidFill>
                  <a:schemeClr val="dk2"/>
                </a:solidFill>
                <a:latin typeface="DM Sans"/>
                <a:ea typeface="DM Sans"/>
                <a:cs typeface="DM Sans"/>
                <a:sym typeface="DM Sans"/>
              </a:rPr>
              <a:t>L'économie étudie la production, la distribution e...</a:t>
            </a:r>
            <a:endParaRPr sz="1400" b="0" dirty="0">
              <a:solidFill>
                <a:schemeClr val="dk2"/>
              </a:solidFill>
              <a:latin typeface="DM Sans"/>
              <a:ea typeface="DM Sans"/>
              <a:cs typeface="DM Sans"/>
              <a:sym typeface="DM Sans"/>
            </a:endParaRPr>
          </a:p>
        </p:txBody>
      </p:sp>
      <p:sp>
        <p:nvSpPr>
          <p:cNvPr id="2135" name="Google Shape;2135;p54"/>
          <p:cNvSpPr txBox="1">
            <a:spLocks noGrp="1"/>
          </p:cNvSpPr>
          <p:nvPr>
            <p:ph type="title" idx="4294967295"/>
          </p:nvPr>
        </p:nvSpPr>
        <p:spPr>
          <a:xfrm>
            <a:off x="1972800" y="3081225"/>
            <a:ext cx="2170800" cy="53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t>Intelligence Artificielle</a:t>
            </a:r>
            <a:endParaRPr sz="1800" b="1" dirty="0"/>
          </a:p>
        </p:txBody>
      </p:sp>
      <p:sp>
        <p:nvSpPr>
          <p:cNvPr id="2136" name="Google Shape;2136;p54"/>
          <p:cNvSpPr txBox="1">
            <a:spLocks noGrp="1"/>
          </p:cNvSpPr>
          <p:nvPr>
            <p:ph type="title" idx="4294967295"/>
          </p:nvPr>
        </p:nvSpPr>
        <p:spPr>
          <a:xfrm>
            <a:off x="1985310" y="3588042"/>
            <a:ext cx="2170800" cy="67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400" b="0" dirty="0">
                <a:solidFill>
                  <a:schemeClr val="dk2"/>
                </a:solidFill>
                <a:latin typeface="DM Sans"/>
                <a:ea typeface="DM Sans"/>
                <a:cs typeface="DM Sans"/>
                <a:sym typeface="DM Sans"/>
              </a:rPr>
              <a:t>L'intelligence artificielle désigne les techniques...</a:t>
            </a:r>
            <a:endParaRPr sz="1400" b="0" dirty="0">
              <a:solidFill>
                <a:schemeClr val="dk2"/>
              </a:solidFill>
              <a:latin typeface="DM Sans"/>
              <a:ea typeface="DM Sans"/>
              <a:cs typeface="DM Sans"/>
              <a:sym typeface="DM Sans"/>
            </a:endParaRPr>
          </a:p>
        </p:txBody>
      </p:sp>
      <p:sp>
        <p:nvSpPr>
          <p:cNvPr id="2137" name="Google Shape;2137;p54"/>
          <p:cNvSpPr txBox="1">
            <a:spLocks noGrp="1"/>
          </p:cNvSpPr>
          <p:nvPr>
            <p:ph type="title" idx="4294967295"/>
          </p:nvPr>
        </p:nvSpPr>
        <p:spPr>
          <a:xfrm>
            <a:off x="6379600" y="3081225"/>
            <a:ext cx="2170800" cy="53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t>Musique Classique</a:t>
            </a:r>
            <a:endParaRPr sz="1800" b="1" dirty="0"/>
          </a:p>
        </p:txBody>
      </p:sp>
      <p:sp>
        <p:nvSpPr>
          <p:cNvPr id="2138" name="Google Shape;2138;p54"/>
          <p:cNvSpPr txBox="1">
            <a:spLocks noGrp="1"/>
          </p:cNvSpPr>
          <p:nvPr>
            <p:ph type="title" idx="4294967295"/>
          </p:nvPr>
        </p:nvSpPr>
        <p:spPr>
          <a:xfrm>
            <a:off x="6379600" y="3528325"/>
            <a:ext cx="2170800" cy="67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400" b="0" dirty="0">
                <a:solidFill>
                  <a:schemeClr val="dk2"/>
                </a:solidFill>
                <a:latin typeface="DM Sans"/>
                <a:ea typeface="DM Sans"/>
                <a:cs typeface="DM Sans"/>
                <a:sym typeface="DM Sans"/>
              </a:rPr>
              <a:t>La musique classique est un genre musical savant, ...</a:t>
            </a:r>
            <a:endParaRPr sz="1400" b="0" dirty="0">
              <a:solidFill>
                <a:schemeClr val="dk2"/>
              </a:solidFill>
              <a:latin typeface="DM Sans"/>
              <a:ea typeface="DM Sans"/>
              <a:cs typeface="DM Sans"/>
              <a:sym typeface="DM Sans"/>
            </a:endParaRPr>
          </a:p>
        </p:txBody>
      </p:sp>
      <p:sp>
        <p:nvSpPr>
          <p:cNvPr id="2139" name="Google Shape;2139;p54"/>
          <p:cNvSpPr/>
          <p:nvPr/>
        </p:nvSpPr>
        <p:spPr>
          <a:xfrm>
            <a:off x="825975" y="3152050"/>
            <a:ext cx="881700" cy="881700"/>
          </a:xfrm>
          <a:prstGeom prst="ellipse">
            <a:avLst/>
          </a:prstGeom>
          <a:no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4"/>
          <p:cNvSpPr/>
          <p:nvPr/>
        </p:nvSpPr>
        <p:spPr>
          <a:xfrm>
            <a:off x="3029450" y="1488000"/>
            <a:ext cx="881700" cy="881700"/>
          </a:xfrm>
          <a:prstGeom prst="ellipse">
            <a:avLst/>
          </a:prstGeom>
          <a:solidFill>
            <a:schemeClr val="bg1"/>
          </a:soli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54"/>
          <p:cNvSpPr/>
          <p:nvPr/>
        </p:nvSpPr>
        <p:spPr>
          <a:xfrm>
            <a:off x="5232850" y="3152125"/>
            <a:ext cx="881700" cy="881700"/>
          </a:xfrm>
          <a:prstGeom prst="ellipse">
            <a:avLst/>
          </a:prstGeom>
          <a:solidFill>
            <a:schemeClr val="bg1"/>
          </a:soli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54"/>
          <p:cNvSpPr/>
          <p:nvPr/>
        </p:nvSpPr>
        <p:spPr>
          <a:xfrm>
            <a:off x="7436250" y="1488000"/>
            <a:ext cx="881700" cy="881700"/>
          </a:xfrm>
          <a:prstGeom prst="ellipse">
            <a:avLst/>
          </a:prstGeom>
          <a:solidFill>
            <a:schemeClr val="bg1"/>
          </a:soli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54"/>
          <p:cNvSpPr/>
          <p:nvPr/>
        </p:nvSpPr>
        <p:spPr>
          <a:xfrm>
            <a:off x="1641641" y="2411400"/>
            <a:ext cx="1511372" cy="734251"/>
          </a:xfrm>
          <a:custGeom>
            <a:avLst/>
            <a:gdLst/>
            <a:ahLst/>
            <a:cxnLst/>
            <a:rect l="l" t="t" r="r" b="b"/>
            <a:pathLst>
              <a:path w="50556" h="24561" extrusionOk="0">
                <a:moveTo>
                  <a:pt x="50556" y="0"/>
                </a:moveTo>
                <a:cubicBezTo>
                  <a:pt x="48509" y="2286"/>
                  <a:pt x="44245" y="11428"/>
                  <a:pt x="38275" y="13713"/>
                </a:cubicBezTo>
                <a:cubicBezTo>
                  <a:pt x="32305" y="15999"/>
                  <a:pt x="21116" y="11905"/>
                  <a:pt x="14737" y="13713"/>
                </a:cubicBezTo>
                <a:cubicBezTo>
                  <a:pt x="8358" y="15521"/>
                  <a:pt x="2456" y="22753"/>
                  <a:pt x="0" y="24561"/>
                </a:cubicBezTo>
              </a:path>
            </a:pathLst>
          </a:custGeom>
          <a:noFill/>
          <a:ln w="19050" cap="flat" cmpd="sng">
            <a:solidFill>
              <a:schemeClr val="accent4"/>
            </a:solidFill>
            <a:prstDash val="solid"/>
            <a:round/>
            <a:headEnd type="oval" w="med" len="med"/>
            <a:tailEnd type="oval" w="med" len="med"/>
          </a:ln>
        </p:spPr>
      </p:sp>
      <p:sp>
        <p:nvSpPr>
          <p:cNvPr id="2144" name="Google Shape;2144;p54"/>
          <p:cNvSpPr/>
          <p:nvPr/>
        </p:nvSpPr>
        <p:spPr>
          <a:xfrm>
            <a:off x="6042190" y="2411388"/>
            <a:ext cx="1511372" cy="734251"/>
          </a:xfrm>
          <a:custGeom>
            <a:avLst/>
            <a:gdLst/>
            <a:ahLst/>
            <a:cxnLst/>
            <a:rect l="l" t="t" r="r" b="b"/>
            <a:pathLst>
              <a:path w="50556" h="24561" extrusionOk="0">
                <a:moveTo>
                  <a:pt x="50556" y="0"/>
                </a:moveTo>
                <a:cubicBezTo>
                  <a:pt x="48509" y="2286"/>
                  <a:pt x="44245" y="11428"/>
                  <a:pt x="38275" y="13713"/>
                </a:cubicBezTo>
                <a:cubicBezTo>
                  <a:pt x="32305" y="15999"/>
                  <a:pt x="21116" y="11905"/>
                  <a:pt x="14737" y="13713"/>
                </a:cubicBezTo>
                <a:cubicBezTo>
                  <a:pt x="8358" y="15521"/>
                  <a:pt x="2456" y="22753"/>
                  <a:pt x="0" y="24561"/>
                </a:cubicBezTo>
              </a:path>
            </a:pathLst>
          </a:custGeom>
          <a:noFill/>
          <a:ln w="19050" cap="flat" cmpd="sng">
            <a:solidFill>
              <a:schemeClr val="accent4"/>
            </a:solidFill>
            <a:prstDash val="solid"/>
            <a:round/>
            <a:headEnd type="oval" w="med" len="med"/>
            <a:tailEnd type="oval" w="med" len="med"/>
          </a:ln>
        </p:spPr>
      </p:sp>
      <p:sp>
        <p:nvSpPr>
          <p:cNvPr id="2145" name="Google Shape;2145;p54"/>
          <p:cNvSpPr/>
          <p:nvPr/>
        </p:nvSpPr>
        <p:spPr>
          <a:xfrm rot="10800000" flipH="1">
            <a:off x="3800000" y="2411399"/>
            <a:ext cx="1511372" cy="734251"/>
          </a:xfrm>
          <a:custGeom>
            <a:avLst/>
            <a:gdLst/>
            <a:ahLst/>
            <a:cxnLst/>
            <a:rect l="l" t="t" r="r" b="b"/>
            <a:pathLst>
              <a:path w="50556" h="24561" extrusionOk="0">
                <a:moveTo>
                  <a:pt x="50556" y="0"/>
                </a:moveTo>
                <a:cubicBezTo>
                  <a:pt x="48509" y="2286"/>
                  <a:pt x="44245" y="11428"/>
                  <a:pt x="38275" y="13713"/>
                </a:cubicBezTo>
                <a:cubicBezTo>
                  <a:pt x="32305" y="15999"/>
                  <a:pt x="21116" y="11905"/>
                  <a:pt x="14737" y="13713"/>
                </a:cubicBezTo>
                <a:cubicBezTo>
                  <a:pt x="8358" y="15521"/>
                  <a:pt x="2456" y="22753"/>
                  <a:pt x="0" y="24561"/>
                </a:cubicBezTo>
              </a:path>
            </a:pathLst>
          </a:custGeom>
          <a:noFill/>
          <a:ln w="19050" cap="flat" cmpd="sng">
            <a:solidFill>
              <a:schemeClr val="accent4"/>
            </a:solidFill>
            <a:prstDash val="solid"/>
            <a:round/>
            <a:headEnd type="oval" w="med" len="med"/>
            <a:tailEnd type="oval" w="med" len="med"/>
          </a:ln>
        </p:spPr>
      </p:sp>
      <p:pic>
        <p:nvPicPr>
          <p:cNvPr id="3" name="Image 2">
            <a:extLst>
              <a:ext uri="{FF2B5EF4-FFF2-40B4-BE49-F238E27FC236}">
                <a16:creationId xmlns:a16="http://schemas.microsoft.com/office/drawing/2014/main" id="{6C38AC22-10C6-1075-1311-55EDB0B176AE}"/>
              </a:ext>
            </a:extLst>
          </p:cNvPr>
          <p:cNvPicPr>
            <a:picLocks noChangeAspect="1"/>
          </p:cNvPicPr>
          <p:nvPr/>
        </p:nvPicPr>
        <p:blipFill>
          <a:blip r:embed="rId3">
            <a:duotone>
              <a:schemeClr val="accent2">
                <a:shade val="45000"/>
                <a:satMod val="135000"/>
              </a:schemeClr>
              <a:prstClr val="white"/>
            </a:duotone>
          </a:blip>
          <a:stretch>
            <a:fillRect/>
          </a:stretch>
        </p:blipFill>
        <p:spPr>
          <a:xfrm>
            <a:off x="986597" y="3326819"/>
            <a:ext cx="540000" cy="540000"/>
          </a:xfrm>
          <a:prstGeom prst="rect">
            <a:avLst/>
          </a:prstGeom>
        </p:spPr>
      </p:pic>
      <p:pic>
        <p:nvPicPr>
          <p:cNvPr id="5" name="Image 4">
            <a:extLst>
              <a:ext uri="{FF2B5EF4-FFF2-40B4-BE49-F238E27FC236}">
                <a16:creationId xmlns:a16="http://schemas.microsoft.com/office/drawing/2014/main" id="{10A977A9-70AF-2575-5C04-8D030F77C9DE}"/>
              </a:ext>
            </a:extLst>
          </p:cNvPr>
          <p:cNvPicPr>
            <a:picLocks noChangeAspect="1"/>
          </p:cNvPicPr>
          <p:nvPr/>
        </p:nvPicPr>
        <p:blipFill>
          <a:blip r:embed="rId4">
            <a:duotone>
              <a:schemeClr val="accent2">
                <a:shade val="45000"/>
                <a:satMod val="135000"/>
              </a:schemeClr>
              <a:prstClr val="white"/>
            </a:duotone>
          </a:blip>
          <a:stretch>
            <a:fillRect/>
          </a:stretch>
        </p:blipFill>
        <p:spPr>
          <a:xfrm>
            <a:off x="7625100" y="1649385"/>
            <a:ext cx="504000" cy="504000"/>
          </a:xfrm>
          <a:prstGeom prst="rect">
            <a:avLst/>
          </a:prstGeom>
        </p:spPr>
      </p:pic>
      <p:pic>
        <p:nvPicPr>
          <p:cNvPr id="7" name="Image 6">
            <a:extLst>
              <a:ext uri="{FF2B5EF4-FFF2-40B4-BE49-F238E27FC236}">
                <a16:creationId xmlns:a16="http://schemas.microsoft.com/office/drawing/2014/main" id="{A5E23C84-1AF0-46B9-B47A-99A98206E56D}"/>
              </a:ext>
            </a:extLst>
          </p:cNvPr>
          <p:cNvPicPr>
            <a:picLocks noChangeAspect="1"/>
          </p:cNvPicPr>
          <p:nvPr/>
        </p:nvPicPr>
        <p:blipFill>
          <a:blip r:embed="rId5">
            <a:duotone>
              <a:schemeClr val="accent2">
                <a:shade val="45000"/>
                <a:satMod val="135000"/>
              </a:schemeClr>
              <a:prstClr val="white"/>
            </a:duotone>
          </a:blip>
          <a:stretch>
            <a:fillRect/>
          </a:stretch>
        </p:blipFill>
        <p:spPr>
          <a:xfrm>
            <a:off x="5421700" y="3302219"/>
            <a:ext cx="504000" cy="504000"/>
          </a:xfrm>
          <a:prstGeom prst="rect">
            <a:avLst/>
          </a:prstGeom>
        </p:spPr>
      </p:pic>
      <p:pic>
        <p:nvPicPr>
          <p:cNvPr id="9" name="Image 8">
            <a:extLst>
              <a:ext uri="{FF2B5EF4-FFF2-40B4-BE49-F238E27FC236}">
                <a16:creationId xmlns:a16="http://schemas.microsoft.com/office/drawing/2014/main" id="{95009FB0-03F3-5895-B107-80EDB46A7C30}"/>
              </a:ext>
            </a:extLst>
          </p:cNvPr>
          <p:cNvPicPr>
            <a:picLocks noChangeAspect="1"/>
          </p:cNvPicPr>
          <p:nvPr/>
        </p:nvPicPr>
        <p:blipFill>
          <a:blip r:embed="rId6">
            <a:duotone>
              <a:schemeClr val="accent2">
                <a:shade val="45000"/>
                <a:satMod val="135000"/>
              </a:schemeClr>
              <a:prstClr val="white"/>
            </a:duotone>
          </a:blip>
          <a:stretch>
            <a:fillRect/>
          </a:stretch>
        </p:blipFill>
        <p:spPr>
          <a:xfrm>
            <a:off x="3195575" y="1649385"/>
            <a:ext cx="540000" cy="5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8" name="Rectangle 7">
            <a:extLst>
              <a:ext uri="{FF2B5EF4-FFF2-40B4-BE49-F238E27FC236}">
                <a16:creationId xmlns:a16="http://schemas.microsoft.com/office/drawing/2014/main" id="{E113D735-6DA2-7471-70DA-33CEFE656C6D}"/>
              </a:ext>
            </a:extLst>
          </p:cNvPr>
          <p:cNvSpPr/>
          <p:nvPr/>
        </p:nvSpPr>
        <p:spPr>
          <a:xfrm>
            <a:off x="0" y="1067238"/>
            <a:ext cx="9144000"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0" name="Google Shape;1730;p38"/>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solidFill>
                  <a:schemeClr val="accent2"/>
                </a:solidFill>
              </a:rPr>
              <a:t>Prétraitement des Documents</a:t>
            </a:r>
            <a:endParaRPr dirty="0">
              <a:solidFill>
                <a:schemeClr val="accent2"/>
              </a:solidFill>
            </a:endParaRPr>
          </a:p>
        </p:txBody>
      </p:sp>
      <p:sp>
        <p:nvSpPr>
          <p:cNvPr id="1731" name="Google Shape;1731;p38"/>
          <p:cNvSpPr/>
          <p:nvPr/>
        </p:nvSpPr>
        <p:spPr>
          <a:xfrm>
            <a:off x="915125" y="3337450"/>
            <a:ext cx="8457600" cy="247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8"/>
          <p:cNvSpPr/>
          <p:nvPr/>
        </p:nvSpPr>
        <p:spPr>
          <a:xfrm>
            <a:off x="1520400" y="3174700"/>
            <a:ext cx="572700" cy="572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400" b="1">
              <a:solidFill>
                <a:schemeClr val="accent1"/>
              </a:solidFill>
              <a:latin typeface="Baloo Thambi 2"/>
              <a:ea typeface="Baloo Thambi 2"/>
              <a:cs typeface="Baloo Thambi 2"/>
              <a:sym typeface="Baloo Thambi 2"/>
            </a:endParaRPr>
          </a:p>
        </p:txBody>
      </p:sp>
      <p:sp>
        <p:nvSpPr>
          <p:cNvPr id="1733" name="Google Shape;1733;p38"/>
          <p:cNvSpPr txBox="1"/>
          <p:nvPr/>
        </p:nvSpPr>
        <p:spPr>
          <a:xfrm>
            <a:off x="657100" y="1812250"/>
            <a:ext cx="2299200" cy="531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1800" b="1" dirty="0">
                <a:solidFill>
                  <a:schemeClr val="accent2"/>
                </a:solidFill>
                <a:latin typeface="Domine"/>
                <a:ea typeface="Domine"/>
                <a:cs typeface="Domine"/>
                <a:sym typeface="Domine"/>
              </a:rPr>
              <a:t>Tokenisation</a:t>
            </a:r>
            <a:endParaRPr sz="1800" b="1" dirty="0">
              <a:solidFill>
                <a:schemeClr val="accent2"/>
              </a:solidFill>
              <a:latin typeface="Domine"/>
              <a:ea typeface="Domine"/>
              <a:cs typeface="Domine"/>
              <a:sym typeface="Domine"/>
            </a:endParaRPr>
          </a:p>
        </p:txBody>
      </p:sp>
      <p:sp>
        <p:nvSpPr>
          <p:cNvPr id="1734" name="Google Shape;1734;p38"/>
          <p:cNvSpPr txBox="1"/>
          <p:nvPr/>
        </p:nvSpPr>
        <p:spPr>
          <a:xfrm>
            <a:off x="657100" y="2218185"/>
            <a:ext cx="2299200" cy="75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solidFill>
                  <a:srgbClr val="272727"/>
                </a:solidFill>
                <a:latin typeface="DM Sans"/>
                <a:ea typeface="DM Sans"/>
                <a:cs typeface="DM Sans"/>
                <a:sym typeface="DM Sans"/>
              </a:rPr>
              <a:t>Division en mots individuels</a:t>
            </a:r>
            <a:endParaRPr dirty="0">
              <a:solidFill>
                <a:srgbClr val="272727"/>
              </a:solidFill>
              <a:latin typeface="DM Sans"/>
              <a:ea typeface="DM Sans"/>
              <a:cs typeface="DM Sans"/>
              <a:sym typeface="DM Sans"/>
            </a:endParaRPr>
          </a:p>
        </p:txBody>
      </p:sp>
      <p:sp>
        <p:nvSpPr>
          <p:cNvPr id="1735" name="Google Shape;1735;p38"/>
          <p:cNvSpPr txBox="1"/>
          <p:nvPr/>
        </p:nvSpPr>
        <p:spPr>
          <a:xfrm>
            <a:off x="1355700" y="3290339"/>
            <a:ext cx="9021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2"/>
                </a:solidFill>
                <a:latin typeface="Domine"/>
                <a:ea typeface="Domine"/>
                <a:cs typeface="Domine"/>
                <a:sym typeface="Domine"/>
              </a:rPr>
              <a:t>01</a:t>
            </a:r>
            <a:endParaRPr sz="2000" b="1">
              <a:solidFill>
                <a:schemeClr val="dk2"/>
              </a:solidFill>
              <a:latin typeface="Domine"/>
              <a:ea typeface="Domine"/>
              <a:cs typeface="Domine"/>
              <a:sym typeface="Domine"/>
            </a:endParaRPr>
          </a:p>
        </p:txBody>
      </p:sp>
      <p:sp>
        <p:nvSpPr>
          <p:cNvPr id="1737" name="Google Shape;1737;p38"/>
          <p:cNvSpPr/>
          <p:nvPr/>
        </p:nvSpPr>
        <p:spPr>
          <a:xfrm>
            <a:off x="4285650" y="3174700"/>
            <a:ext cx="572700" cy="572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400" b="1">
              <a:solidFill>
                <a:schemeClr val="accent1"/>
              </a:solidFill>
              <a:latin typeface="Baloo Thambi 2"/>
              <a:ea typeface="Baloo Thambi 2"/>
              <a:cs typeface="Baloo Thambi 2"/>
              <a:sym typeface="Baloo Thambi 2"/>
            </a:endParaRPr>
          </a:p>
        </p:txBody>
      </p:sp>
      <p:sp>
        <p:nvSpPr>
          <p:cNvPr id="1738" name="Google Shape;1738;p38"/>
          <p:cNvSpPr txBox="1"/>
          <p:nvPr/>
        </p:nvSpPr>
        <p:spPr>
          <a:xfrm>
            <a:off x="3422425" y="1812250"/>
            <a:ext cx="2299200" cy="531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1800" b="1" dirty="0">
                <a:solidFill>
                  <a:schemeClr val="accent2"/>
                </a:solidFill>
                <a:latin typeface="Domine"/>
                <a:ea typeface="Domine"/>
                <a:cs typeface="Domine"/>
                <a:sym typeface="Domine"/>
              </a:rPr>
              <a:t>Normalisation </a:t>
            </a:r>
            <a:endParaRPr sz="1800" b="1" dirty="0">
              <a:solidFill>
                <a:schemeClr val="accent2"/>
              </a:solidFill>
              <a:latin typeface="Domine"/>
              <a:ea typeface="Domine"/>
              <a:cs typeface="Domine"/>
              <a:sym typeface="Domine"/>
            </a:endParaRPr>
          </a:p>
        </p:txBody>
      </p:sp>
      <p:sp>
        <p:nvSpPr>
          <p:cNvPr id="1739" name="Google Shape;1739;p38"/>
          <p:cNvSpPr txBox="1"/>
          <p:nvPr/>
        </p:nvSpPr>
        <p:spPr>
          <a:xfrm>
            <a:off x="3422425" y="2218182"/>
            <a:ext cx="2299200" cy="75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solidFill>
                  <a:srgbClr val="272727"/>
                </a:solidFill>
                <a:latin typeface="DM Sans"/>
                <a:ea typeface="DM Sans"/>
                <a:cs typeface="DM Sans"/>
                <a:sym typeface="DM Sans"/>
              </a:rPr>
              <a:t>Conversion en minuscules</a:t>
            </a:r>
            <a:endParaRPr dirty="0">
              <a:solidFill>
                <a:srgbClr val="272727"/>
              </a:solidFill>
              <a:latin typeface="DM Sans"/>
              <a:ea typeface="DM Sans"/>
              <a:cs typeface="DM Sans"/>
              <a:sym typeface="DM Sans"/>
            </a:endParaRPr>
          </a:p>
        </p:txBody>
      </p:sp>
      <p:sp>
        <p:nvSpPr>
          <p:cNvPr id="1740" name="Google Shape;1740;p38"/>
          <p:cNvSpPr txBox="1"/>
          <p:nvPr/>
        </p:nvSpPr>
        <p:spPr>
          <a:xfrm>
            <a:off x="4120950" y="3290339"/>
            <a:ext cx="9021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2"/>
                </a:solidFill>
                <a:latin typeface="Domine"/>
                <a:ea typeface="Domine"/>
                <a:cs typeface="Domine"/>
                <a:sym typeface="Domine"/>
              </a:rPr>
              <a:t>02</a:t>
            </a:r>
            <a:endParaRPr sz="2000" b="1">
              <a:solidFill>
                <a:schemeClr val="dk2"/>
              </a:solidFill>
              <a:latin typeface="Domine"/>
              <a:ea typeface="Domine"/>
              <a:cs typeface="Domine"/>
              <a:sym typeface="Domine"/>
            </a:endParaRPr>
          </a:p>
        </p:txBody>
      </p:sp>
      <p:sp>
        <p:nvSpPr>
          <p:cNvPr id="1742" name="Google Shape;1742;p38"/>
          <p:cNvSpPr/>
          <p:nvPr/>
        </p:nvSpPr>
        <p:spPr>
          <a:xfrm>
            <a:off x="7050900" y="3174700"/>
            <a:ext cx="572700" cy="572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400" b="1">
              <a:solidFill>
                <a:schemeClr val="accent1"/>
              </a:solidFill>
              <a:latin typeface="Baloo Thambi 2"/>
              <a:ea typeface="Baloo Thambi 2"/>
              <a:cs typeface="Baloo Thambi 2"/>
              <a:sym typeface="Baloo Thambi 2"/>
            </a:endParaRPr>
          </a:p>
        </p:txBody>
      </p:sp>
      <p:sp>
        <p:nvSpPr>
          <p:cNvPr id="1743" name="Google Shape;1743;p38"/>
          <p:cNvSpPr txBox="1"/>
          <p:nvPr/>
        </p:nvSpPr>
        <p:spPr>
          <a:xfrm>
            <a:off x="5765593" y="1850107"/>
            <a:ext cx="3273292" cy="531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1800" b="1" dirty="0">
                <a:solidFill>
                  <a:schemeClr val="accent2"/>
                </a:solidFill>
                <a:latin typeface="Domine"/>
                <a:ea typeface="Domine"/>
                <a:cs typeface="Domine"/>
                <a:sym typeface="Domine"/>
              </a:rPr>
              <a:t>Suppression de la ponctuation</a:t>
            </a:r>
            <a:endParaRPr sz="1800" b="1" dirty="0">
              <a:solidFill>
                <a:schemeClr val="accent2"/>
              </a:solidFill>
              <a:latin typeface="Domine"/>
              <a:ea typeface="Domine"/>
              <a:cs typeface="Domine"/>
              <a:sym typeface="Domine"/>
            </a:endParaRPr>
          </a:p>
        </p:txBody>
      </p:sp>
      <p:sp>
        <p:nvSpPr>
          <p:cNvPr id="1744" name="Google Shape;1744;p38"/>
          <p:cNvSpPr txBox="1"/>
          <p:nvPr/>
        </p:nvSpPr>
        <p:spPr>
          <a:xfrm>
            <a:off x="6187702" y="2266450"/>
            <a:ext cx="2299200" cy="75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solidFill>
                  <a:srgbClr val="272727"/>
                </a:solidFill>
                <a:latin typeface="DM Sans"/>
                <a:ea typeface="DM Sans"/>
                <a:cs typeface="DM Sans"/>
                <a:sym typeface="DM Sans"/>
              </a:rPr>
              <a:t>Nettoyage des caractères spéciaux</a:t>
            </a:r>
            <a:endParaRPr dirty="0">
              <a:solidFill>
                <a:srgbClr val="272727"/>
              </a:solidFill>
              <a:latin typeface="DM Sans"/>
              <a:ea typeface="DM Sans"/>
              <a:cs typeface="DM Sans"/>
              <a:sym typeface="DM Sans"/>
            </a:endParaRPr>
          </a:p>
        </p:txBody>
      </p:sp>
      <p:sp>
        <p:nvSpPr>
          <p:cNvPr id="1745" name="Google Shape;1745;p38"/>
          <p:cNvSpPr txBox="1"/>
          <p:nvPr/>
        </p:nvSpPr>
        <p:spPr>
          <a:xfrm>
            <a:off x="6886200" y="3290339"/>
            <a:ext cx="9021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2"/>
                </a:solidFill>
                <a:latin typeface="Domine"/>
                <a:ea typeface="Domine"/>
                <a:cs typeface="Domine"/>
                <a:sym typeface="Domine"/>
              </a:rPr>
              <a:t>03</a:t>
            </a:r>
            <a:endParaRPr sz="2000" b="1">
              <a:solidFill>
                <a:schemeClr val="dk2"/>
              </a:solidFill>
              <a:latin typeface="Domine"/>
              <a:ea typeface="Domine"/>
              <a:cs typeface="Domine"/>
              <a:sym typeface="Domine"/>
            </a:endParaRPr>
          </a:p>
        </p:txBody>
      </p:sp>
      <p:sp>
        <p:nvSpPr>
          <p:cNvPr id="1747" name="Google Shape;1747;p38"/>
          <p:cNvSpPr/>
          <p:nvPr/>
        </p:nvSpPr>
        <p:spPr>
          <a:xfrm>
            <a:off x="2753400" y="3512467"/>
            <a:ext cx="419100" cy="46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8"/>
          <p:cNvSpPr/>
          <p:nvPr/>
        </p:nvSpPr>
        <p:spPr>
          <a:xfrm>
            <a:off x="8554700" y="3368465"/>
            <a:ext cx="419100" cy="46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8"/>
          <p:cNvSpPr/>
          <p:nvPr/>
        </p:nvSpPr>
        <p:spPr>
          <a:xfrm>
            <a:off x="4379349" y="1474426"/>
            <a:ext cx="385352" cy="377786"/>
          </a:xfrm>
          <a:custGeom>
            <a:avLst/>
            <a:gdLst/>
            <a:ahLst/>
            <a:cxnLst/>
            <a:rect l="l" t="t" r="r" b="b"/>
            <a:pathLst>
              <a:path w="19787" h="19396" extrusionOk="0">
                <a:moveTo>
                  <a:pt x="16583" y="1203"/>
                </a:moveTo>
                <a:cubicBezTo>
                  <a:pt x="17017" y="1203"/>
                  <a:pt x="17451" y="1370"/>
                  <a:pt x="17782" y="1702"/>
                </a:cubicBezTo>
                <a:cubicBezTo>
                  <a:pt x="18446" y="2363"/>
                  <a:pt x="18446" y="3438"/>
                  <a:pt x="17782" y="4102"/>
                </a:cubicBezTo>
                <a:lnTo>
                  <a:pt x="16565" y="5319"/>
                </a:lnTo>
                <a:lnTo>
                  <a:pt x="14165" y="2918"/>
                </a:lnTo>
                <a:lnTo>
                  <a:pt x="15382" y="1702"/>
                </a:lnTo>
                <a:cubicBezTo>
                  <a:pt x="15714" y="1370"/>
                  <a:pt x="16149" y="1203"/>
                  <a:pt x="16583" y="1203"/>
                </a:cubicBezTo>
                <a:close/>
                <a:moveTo>
                  <a:pt x="13362" y="3719"/>
                </a:moveTo>
                <a:lnTo>
                  <a:pt x="14162" y="4519"/>
                </a:lnTo>
                <a:lnTo>
                  <a:pt x="4587" y="14096"/>
                </a:lnTo>
                <a:cubicBezTo>
                  <a:pt x="4255" y="13861"/>
                  <a:pt x="3884" y="13692"/>
                  <a:pt x="3488" y="13595"/>
                </a:cubicBezTo>
                <a:lnTo>
                  <a:pt x="13310" y="3770"/>
                </a:lnTo>
                <a:lnTo>
                  <a:pt x="13362" y="3719"/>
                </a:lnTo>
                <a:close/>
                <a:moveTo>
                  <a:pt x="14965" y="5322"/>
                </a:moveTo>
                <a:lnTo>
                  <a:pt x="15765" y="6122"/>
                </a:lnTo>
                <a:lnTo>
                  <a:pt x="15714" y="6173"/>
                </a:lnTo>
                <a:lnTo>
                  <a:pt x="5888" y="15996"/>
                </a:lnTo>
                <a:cubicBezTo>
                  <a:pt x="5792" y="15600"/>
                  <a:pt x="5623" y="15229"/>
                  <a:pt x="5387" y="14897"/>
                </a:cubicBezTo>
                <a:lnTo>
                  <a:pt x="14965" y="5322"/>
                </a:lnTo>
                <a:close/>
                <a:moveTo>
                  <a:pt x="2704" y="14631"/>
                </a:moveTo>
                <a:cubicBezTo>
                  <a:pt x="3925" y="14631"/>
                  <a:pt x="4911" y="15655"/>
                  <a:pt x="4850" y="16889"/>
                </a:cubicBezTo>
                <a:lnTo>
                  <a:pt x="3736" y="17249"/>
                </a:lnTo>
                <a:cubicBezTo>
                  <a:pt x="3449" y="16572"/>
                  <a:pt x="2911" y="16035"/>
                  <a:pt x="2235" y="15748"/>
                </a:cubicBezTo>
                <a:lnTo>
                  <a:pt x="2594" y="14634"/>
                </a:lnTo>
                <a:cubicBezTo>
                  <a:pt x="2631" y="14632"/>
                  <a:pt x="2667" y="14631"/>
                  <a:pt x="2704" y="14631"/>
                </a:cubicBezTo>
                <a:close/>
                <a:moveTo>
                  <a:pt x="1888" y="16835"/>
                </a:moveTo>
                <a:cubicBezTo>
                  <a:pt x="2217" y="17001"/>
                  <a:pt x="2483" y="17267"/>
                  <a:pt x="2649" y="17596"/>
                </a:cubicBezTo>
                <a:lnTo>
                  <a:pt x="1528" y="17955"/>
                </a:lnTo>
                <a:lnTo>
                  <a:pt x="1888" y="16835"/>
                </a:lnTo>
                <a:close/>
                <a:moveTo>
                  <a:pt x="16654" y="1"/>
                </a:moveTo>
                <a:cubicBezTo>
                  <a:pt x="15897" y="1"/>
                  <a:pt x="15141" y="302"/>
                  <a:pt x="14581" y="901"/>
                </a:cubicBezTo>
                <a:lnTo>
                  <a:pt x="11710" y="3770"/>
                </a:lnTo>
                <a:lnTo>
                  <a:pt x="1882" y="13601"/>
                </a:lnTo>
                <a:cubicBezTo>
                  <a:pt x="1861" y="13619"/>
                  <a:pt x="1842" y="13641"/>
                  <a:pt x="1827" y="13662"/>
                </a:cubicBezTo>
                <a:lnTo>
                  <a:pt x="1809" y="13677"/>
                </a:lnTo>
                <a:lnTo>
                  <a:pt x="1788" y="13695"/>
                </a:lnTo>
                <a:cubicBezTo>
                  <a:pt x="1782" y="13701"/>
                  <a:pt x="1773" y="13707"/>
                  <a:pt x="1767" y="13716"/>
                </a:cubicBezTo>
                <a:cubicBezTo>
                  <a:pt x="1761" y="13722"/>
                  <a:pt x="1755" y="13725"/>
                  <a:pt x="1752" y="13731"/>
                </a:cubicBezTo>
                <a:cubicBezTo>
                  <a:pt x="1746" y="13737"/>
                  <a:pt x="1737" y="13746"/>
                  <a:pt x="1728" y="13755"/>
                </a:cubicBezTo>
                <a:lnTo>
                  <a:pt x="1716" y="13773"/>
                </a:lnTo>
                <a:cubicBezTo>
                  <a:pt x="1710" y="13782"/>
                  <a:pt x="1704" y="13789"/>
                  <a:pt x="1698" y="13801"/>
                </a:cubicBezTo>
                <a:cubicBezTo>
                  <a:pt x="1688" y="13810"/>
                  <a:pt x="1688" y="13813"/>
                  <a:pt x="1685" y="13819"/>
                </a:cubicBezTo>
                <a:cubicBezTo>
                  <a:pt x="1679" y="13825"/>
                  <a:pt x="1673" y="13837"/>
                  <a:pt x="1667" y="13846"/>
                </a:cubicBezTo>
                <a:cubicBezTo>
                  <a:pt x="1661" y="13855"/>
                  <a:pt x="1658" y="13861"/>
                  <a:pt x="1655" y="13870"/>
                </a:cubicBezTo>
                <a:cubicBezTo>
                  <a:pt x="1652" y="13879"/>
                  <a:pt x="1646" y="13885"/>
                  <a:pt x="1643" y="13894"/>
                </a:cubicBezTo>
                <a:cubicBezTo>
                  <a:pt x="1640" y="13903"/>
                  <a:pt x="1634" y="13918"/>
                  <a:pt x="1631" y="13933"/>
                </a:cubicBezTo>
                <a:cubicBezTo>
                  <a:pt x="1631" y="13936"/>
                  <a:pt x="1625" y="13939"/>
                  <a:pt x="1625" y="13943"/>
                </a:cubicBezTo>
                <a:lnTo>
                  <a:pt x="1625" y="13949"/>
                </a:lnTo>
                <a:cubicBezTo>
                  <a:pt x="1625" y="13949"/>
                  <a:pt x="1625" y="13952"/>
                  <a:pt x="1625" y="13952"/>
                </a:cubicBezTo>
                <a:lnTo>
                  <a:pt x="118" y="18656"/>
                </a:lnTo>
                <a:cubicBezTo>
                  <a:pt x="1" y="19021"/>
                  <a:pt x="272" y="19393"/>
                  <a:pt x="656" y="19396"/>
                </a:cubicBezTo>
                <a:cubicBezTo>
                  <a:pt x="713" y="19396"/>
                  <a:pt x="771" y="19387"/>
                  <a:pt x="828" y="19368"/>
                </a:cubicBezTo>
                <a:lnTo>
                  <a:pt x="5538" y="17859"/>
                </a:lnTo>
                <a:lnTo>
                  <a:pt x="5547" y="17856"/>
                </a:lnTo>
                <a:cubicBezTo>
                  <a:pt x="5559" y="17853"/>
                  <a:pt x="5571" y="17847"/>
                  <a:pt x="5584" y="17844"/>
                </a:cubicBezTo>
                <a:lnTo>
                  <a:pt x="5599" y="17838"/>
                </a:lnTo>
                <a:cubicBezTo>
                  <a:pt x="5611" y="17832"/>
                  <a:pt x="5623" y="17826"/>
                  <a:pt x="5635" y="17819"/>
                </a:cubicBezTo>
                <a:cubicBezTo>
                  <a:pt x="5650" y="17810"/>
                  <a:pt x="5653" y="17810"/>
                  <a:pt x="5659" y="17804"/>
                </a:cubicBezTo>
                <a:cubicBezTo>
                  <a:pt x="5668" y="17798"/>
                  <a:pt x="5680" y="17792"/>
                  <a:pt x="5689" y="17786"/>
                </a:cubicBezTo>
                <a:cubicBezTo>
                  <a:pt x="5698" y="17780"/>
                  <a:pt x="5701" y="17777"/>
                  <a:pt x="5710" y="17771"/>
                </a:cubicBezTo>
                <a:lnTo>
                  <a:pt x="5728" y="17756"/>
                </a:lnTo>
                <a:lnTo>
                  <a:pt x="5750" y="17738"/>
                </a:lnTo>
                <a:cubicBezTo>
                  <a:pt x="5756" y="17732"/>
                  <a:pt x="5762" y="17726"/>
                  <a:pt x="5768" y="17720"/>
                </a:cubicBezTo>
                <a:cubicBezTo>
                  <a:pt x="5774" y="17714"/>
                  <a:pt x="5780" y="17708"/>
                  <a:pt x="5783" y="17702"/>
                </a:cubicBezTo>
                <a:lnTo>
                  <a:pt x="5798" y="17687"/>
                </a:lnTo>
                <a:cubicBezTo>
                  <a:pt x="5810" y="17678"/>
                  <a:pt x="5819" y="17669"/>
                  <a:pt x="5828" y="17659"/>
                </a:cubicBezTo>
                <a:lnTo>
                  <a:pt x="15714" y="7777"/>
                </a:lnTo>
                <a:lnTo>
                  <a:pt x="18582" y="4902"/>
                </a:lnTo>
                <a:cubicBezTo>
                  <a:pt x="19754" y="3809"/>
                  <a:pt x="19787" y="1961"/>
                  <a:pt x="18655" y="829"/>
                </a:cubicBezTo>
                <a:cubicBezTo>
                  <a:pt x="18102" y="276"/>
                  <a:pt x="17378" y="1"/>
                  <a:pt x="166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nvGrpSpPr>
          <p:cNvPr id="1759" name="Google Shape;1759;p38"/>
          <p:cNvGrpSpPr/>
          <p:nvPr/>
        </p:nvGrpSpPr>
        <p:grpSpPr>
          <a:xfrm>
            <a:off x="7154127" y="1476529"/>
            <a:ext cx="366247" cy="373578"/>
            <a:chOff x="4467450" y="3808475"/>
            <a:chExt cx="470150" cy="479500"/>
          </a:xfrm>
        </p:grpSpPr>
        <p:sp>
          <p:nvSpPr>
            <p:cNvPr id="1760" name="Google Shape;1760;p38"/>
            <p:cNvSpPr/>
            <p:nvPr/>
          </p:nvSpPr>
          <p:spPr>
            <a:xfrm>
              <a:off x="4729325" y="3808475"/>
              <a:ext cx="56625" cy="138200"/>
            </a:xfrm>
            <a:custGeom>
              <a:avLst/>
              <a:gdLst/>
              <a:ahLst/>
              <a:cxnLst/>
              <a:rect l="l" t="t" r="r" b="b"/>
              <a:pathLst>
                <a:path w="2265" h="5528" extrusionOk="0">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7" y="5341"/>
                  </a:cubicBezTo>
                  <a:cubicBezTo>
                    <a:pt x="1782" y="5103"/>
                    <a:pt x="1755" y="4735"/>
                    <a:pt x="1510" y="4529"/>
                  </a:cubicBezTo>
                  <a:cubicBezTo>
                    <a:pt x="1432" y="4457"/>
                    <a:pt x="1133" y="4128"/>
                    <a:pt x="1133" y="3820"/>
                  </a:cubicBezTo>
                  <a:cubicBezTo>
                    <a:pt x="1133" y="3521"/>
                    <a:pt x="1413" y="3195"/>
                    <a:pt x="1510" y="3107"/>
                  </a:cubicBezTo>
                  <a:cubicBezTo>
                    <a:pt x="1586" y="3038"/>
                    <a:pt x="2265" y="2407"/>
                    <a:pt x="2265" y="1555"/>
                  </a:cubicBezTo>
                  <a:cubicBezTo>
                    <a:pt x="2265" y="701"/>
                    <a:pt x="1589" y="70"/>
                    <a:pt x="15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1761" name="Google Shape;1761;p38"/>
            <p:cNvSpPr/>
            <p:nvPr/>
          </p:nvSpPr>
          <p:spPr>
            <a:xfrm>
              <a:off x="4644400" y="3808475"/>
              <a:ext cx="56650" cy="138200"/>
            </a:xfrm>
            <a:custGeom>
              <a:avLst/>
              <a:gdLst/>
              <a:ahLst/>
              <a:cxnLst/>
              <a:rect l="l" t="t" r="r" b="b"/>
              <a:pathLst>
                <a:path w="2266" h="5528" extrusionOk="0">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1762" name="Google Shape;1762;p38"/>
            <p:cNvSpPr/>
            <p:nvPr/>
          </p:nvSpPr>
          <p:spPr>
            <a:xfrm>
              <a:off x="4559475" y="3808475"/>
              <a:ext cx="56650" cy="138200"/>
            </a:xfrm>
            <a:custGeom>
              <a:avLst/>
              <a:gdLst/>
              <a:ahLst/>
              <a:cxnLst/>
              <a:rect l="l" t="t" r="r" b="b"/>
              <a:pathLst>
                <a:path w="2266" h="5528" extrusionOk="0">
                  <a:moveTo>
                    <a:pt x="1510" y="0"/>
                  </a:moveTo>
                  <a:lnTo>
                    <a:pt x="1133" y="423"/>
                  </a:lnTo>
                  <a:lnTo>
                    <a:pt x="752" y="839"/>
                  </a:lnTo>
                  <a:cubicBezTo>
                    <a:pt x="852" y="930"/>
                    <a:pt x="1133" y="1256"/>
                    <a:pt x="1133" y="1555"/>
                  </a:cubicBezTo>
                  <a:cubicBezTo>
                    <a:pt x="1133" y="1851"/>
                    <a:pt x="852" y="2177"/>
                    <a:pt x="755" y="2265"/>
                  </a:cubicBezTo>
                  <a:cubicBezTo>
                    <a:pt x="680" y="2334"/>
                    <a:pt x="1" y="2965"/>
                    <a:pt x="1" y="3820"/>
                  </a:cubicBezTo>
                  <a:cubicBezTo>
                    <a:pt x="1" y="4671"/>
                    <a:pt x="677" y="5302"/>
                    <a:pt x="755" y="5372"/>
                  </a:cubicBezTo>
                  <a:cubicBezTo>
                    <a:pt x="866" y="5476"/>
                    <a:pt x="1007" y="5528"/>
                    <a:pt x="1148" y="5528"/>
                  </a:cubicBezTo>
                  <a:cubicBezTo>
                    <a:pt x="1303"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1763" name="Google Shape;1763;p38"/>
            <p:cNvSpPr/>
            <p:nvPr/>
          </p:nvSpPr>
          <p:spPr>
            <a:xfrm>
              <a:off x="4467450" y="3975675"/>
              <a:ext cx="470150" cy="312300"/>
            </a:xfrm>
            <a:custGeom>
              <a:avLst/>
              <a:gdLst/>
              <a:ahLst/>
              <a:cxnLst/>
              <a:rect l="l" t="t" r="r" b="b"/>
              <a:pathLst>
                <a:path w="18806" h="12492" extrusionOk="0">
                  <a:moveTo>
                    <a:pt x="16340" y="2263"/>
                  </a:moveTo>
                  <a:cubicBezTo>
                    <a:pt x="16709" y="2263"/>
                    <a:pt x="17020" y="2371"/>
                    <a:pt x="17233" y="2582"/>
                  </a:cubicBezTo>
                  <a:cubicBezTo>
                    <a:pt x="17622" y="2974"/>
                    <a:pt x="17571" y="3581"/>
                    <a:pt x="17505" y="3907"/>
                  </a:cubicBezTo>
                  <a:cubicBezTo>
                    <a:pt x="17375" y="4553"/>
                    <a:pt x="16994" y="5221"/>
                    <a:pt x="16430" y="5785"/>
                  </a:cubicBezTo>
                  <a:cubicBezTo>
                    <a:pt x="15793" y="6426"/>
                    <a:pt x="15014" y="6824"/>
                    <a:pt x="14337" y="6897"/>
                  </a:cubicBezTo>
                  <a:cubicBezTo>
                    <a:pt x="15056" y="5562"/>
                    <a:pt x="15539" y="4007"/>
                    <a:pt x="15744" y="2346"/>
                  </a:cubicBezTo>
                  <a:cubicBezTo>
                    <a:pt x="15954" y="2291"/>
                    <a:pt x="16154" y="2263"/>
                    <a:pt x="16340" y="2263"/>
                  </a:cubicBezTo>
                  <a:close/>
                  <a:moveTo>
                    <a:pt x="14709" y="1132"/>
                  </a:moveTo>
                  <a:cubicBezTo>
                    <a:pt x="14618" y="3340"/>
                    <a:pt x="13999" y="5390"/>
                    <a:pt x="12978" y="6987"/>
                  </a:cubicBezTo>
                  <a:cubicBezTo>
                    <a:pt x="12948" y="7023"/>
                    <a:pt x="12921" y="7066"/>
                    <a:pt x="12900" y="7108"/>
                  </a:cubicBezTo>
                  <a:cubicBezTo>
                    <a:pt x="12390" y="7881"/>
                    <a:pt x="11786" y="8542"/>
                    <a:pt x="11103" y="9059"/>
                  </a:cubicBezTo>
                  <a:lnTo>
                    <a:pt x="4750" y="9059"/>
                  </a:lnTo>
                  <a:cubicBezTo>
                    <a:pt x="2634" y="7461"/>
                    <a:pt x="1281" y="4478"/>
                    <a:pt x="1145" y="1132"/>
                  </a:cubicBezTo>
                  <a:close/>
                  <a:moveTo>
                    <a:pt x="13247" y="10191"/>
                  </a:moveTo>
                  <a:lnTo>
                    <a:pt x="12827" y="11048"/>
                  </a:lnTo>
                  <a:cubicBezTo>
                    <a:pt x="12731" y="11239"/>
                    <a:pt x="12538" y="11359"/>
                    <a:pt x="12326" y="11359"/>
                  </a:cubicBezTo>
                  <a:lnTo>
                    <a:pt x="3531" y="11359"/>
                  </a:lnTo>
                  <a:cubicBezTo>
                    <a:pt x="3316" y="11359"/>
                    <a:pt x="3120" y="11239"/>
                    <a:pt x="3026" y="11048"/>
                  </a:cubicBezTo>
                  <a:lnTo>
                    <a:pt x="2607" y="10191"/>
                  </a:lnTo>
                  <a:close/>
                  <a:moveTo>
                    <a:pt x="569" y="0"/>
                  </a:moveTo>
                  <a:cubicBezTo>
                    <a:pt x="255" y="0"/>
                    <a:pt x="1" y="254"/>
                    <a:pt x="1" y="565"/>
                  </a:cubicBezTo>
                  <a:cubicBezTo>
                    <a:pt x="1" y="3931"/>
                    <a:pt x="1145" y="7045"/>
                    <a:pt x="3060" y="9059"/>
                  </a:cubicBezTo>
                  <a:lnTo>
                    <a:pt x="569" y="9059"/>
                  </a:lnTo>
                  <a:cubicBezTo>
                    <a:pt x="255" y="9059"/>
                    <a:pt x="1" y="9312"/>
                    <a:pt x="1" y="9623"/>
                  </a:cubicBezTo>
                  <a:cubicBezTo>
                    <a:pt x="1" y="9937"/>
                    <a:pt x="255" y="10191"/>
                    <a:pt x="569" y="10191"/>
                  </a:cubicBezTo>
                  <a:lnTo>
                    <a:pt x="1348" y="10191"/>
                  </a:lnTo>
                  <a:lnTo>
                    <a:pt x="2012" y="11550"/>
                  </a:lnTo>
                  <a:lnTo>
                    <a:pt x="2012" y="11556"/>
                  </a:lnTo>
                  <a:cubicBezTo>
                    <a:pt x="2298" y="12127"/>
                    <a:pt x="2883" y="12492"/>
                    <a:pt x="3523" y="12492"/>
                  </a:cubicBezTo>
                  <a:cubicBezTo>
                    <a:pt x="3525" y="12492"/>
                    <a:pt x="3528" y="12492"/>
                    <a:pt x="3531" y="12492"/>
                  </a:cubicBezTo>
                  <a:lnTo>
                    <a:pt x="12326" y="12492"/>
                  </a:lnTo>
                  <a:cubicBezTo>
                    <a:pt x="12329" y="12492"/>
                    <a:pt x="12332" y="12492"/>
                    <a:pt x="12334" y="12492"/>
                  </a:cubicBezTo>
                  <a:cubicBezTo>
                    <a:pt x="12974" y="12492"/>
                    <a:pt x="13559" y="12127"/>
                    <a:pt x="13845" y="11553"/>
                  </a:cubicBezTo>
                  <a:lnTo>
                    <a:pt x="13845" y="11550"/>
                  </a:lnTo>
                  <a:lnTo>
                    <a:pt x="14509" y="10191"/>
                  </a:lnTo>
                  <a:lnTo>
                    <a:pt x="15288" y="10191"/>
                  </a:lnTo>
                  <a:cubicBezTo>
                    <a:pt x="15602" y="10191"/>
                    <a:pt x="15856" y="9937"/>
                    <a:pt x="15856" y="9623"/>
                  </a:cubicBezTo>
                  <a:cubicBezTo>
                    <a:pt x="15856" y="9309"/>
                    <a:pt x="15602" y="9059"/>
                    <a:pt x="15288" y="9059"/>
                  </a:cubicBezTo>
                  <a:lnTo>
                    <a:pt x="12797" y="9059"/>
                  </a:lnTo>
                  <a:cubicBezTo>
                    <a:pt x="13111" y="8726"/>
                    <a:pt x="13401" y="8373"/>
                    <a:pt x="13664" y="8002"/>
                  </a:cubicBezTo>
                  <a:cubicBezTo>
                    <a:pt x="13812" y="8026"/>
                    <a:pt x="13963" y="8038"/>
                    <a:pt x="14114" y="8038"/>
                  </a:cubicBezTo>
                  <a:cubicBezTo>
                    <a:pt x="15143" y="8038"/>
                    <a:pt x="16303" y="7516"/>
                    <a:pt x="17233" y="6589"/>
                  </a:cubicBezTo>
                  <a:cubicBezTo>
                    <a:pt x="17951" y="5867"/>
                    <a:pt x="18444" y="4994"/>
                    <a:pt x="18619" y="4131"/>
                  </a:cubicBezTo>
                  <a:cubicBezTo>
                    <a:pt x="18806" y="3183"/>
                    <a:pt x="18601" y="2349"/>
                    <a:pt x="18033" y="1785"/>
                  </a:cubicBezTo>
                  <a:cubicBezTo>
                    <a:pt x="17604" y="1353"/>
                    <a:pt x="17013" y="1132"/>
                    <a:pt x="16345" y="1132"/>
                  </a:cubicBezTo>
                  <a:cubicBezTo>
                    <a:pt x="16181" y="1132"/>
                    <a:pt x="16013" y="1145"/>
                    <a:pt x="15841" y="1172"/>
                  </a:cubicBezTo>
                  <a:cubicBezTo>
                    <a:pt x="15850" y="972"/>
                    <a:pt x="15853" y="770"/>
                    <a:pt x="15853" y="565"/>
                  </a:cubicBezTo>
                  <a:cubicBezTo>
                    <a:pt x="15853" y="254"/>
                    <a:pt x="15599" y="0"/>
                    <a:pt x="152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pic>
        <p:nvPicPr>
          <p:cNvPr id="3" name="Image 2">
            <a:extLst>
              <a:ext uri="{FF2B5EF4-FFF2-40B4-BE49-F238E27FC236}">
                <a16:creationId xmlns:a16="http://schemas.microsoft.com/office/drawing/2014/main" id="{A07FB8AB-E4DC-A4C0-C447-DE28FDECD6FF}"/>
              </a:ext>
            </a:extLst>
          </p:cNvPr>
          <p:cNvPicPr>
            <a:picLocks noChangeAspect="1"/>
          </p:cNvPicPr>
          <p:nvPr/>
        </p:nvPicPr>
        <p:blipFill>
          <a:blip r:embed="rId3">
            <a:duotone>
              <a:schemeClr val="accent2">
                <a:shade val="45000"/>
                <a:satMod val="135000"/>
              </a:schemeClr>
              <a:prstClr val="white"/>
            </a:duotone>
          </a:blip>
          <a:stretch>
            <a:fillRect/>
          </a:stretch>
        </p:blipFill>
        <p:spPr>
          <a:xfrm>
            <a:off x="1355700" y="1026636"/>
            <a:ext cx="972000" cy="972000"/>
          </a:xfrm>
          <a:prstGeom prst="rect">
            <a:avLst/>
          </a:prstGeom>
        </p:spPr>
      </p:pic>
      <p:pic>
        <p:nvPicPr>
          <p:cNvPr id="5" name="Image 4">
            <a:extLst>
              <a:ext uri="{FF2B5EF4-FFF2-40B4-BE49-F238E27FC236}">
                <a16:creationId xmlns:a16="http://schemas.microsoft.com/office/drawing/2014/main" id="{6617166A-2E1E-F2D9-ED21-7C97AFB672AB}"/>
              </a:ext>
            </a:extLst>
          </p:cNvPr>
          <p:cNvPicPr>
            <a:picLocks noChangeAspect="1"/>
          </p:cNvPicPr>
          <p:nvPr/>
        </p:nvPicPr>
        <p:blipFill>
          <a:blip r:embed="rId4">
            <a:duotone>
              <a:schemeClr val="accent2">
                <a:shade val="45000"/>
                <a:satMod val="135000"/>
              </a:schemeClr>
              <a:prstClr val="white"/>
            </a:duotone>
          </a:blip>
          <a:stretch>
            <a:fillRect/>
          </a:stretch>
        </p:blipFill>
        <p:spPr>
          <a:xfrm>
            <a:off x="7124374" y="1188200"/>
            <a:ext cx="792000" cy="792000"/>
          </a:xfrm>
          <a:prstGeom prst="rect">
            <a:avLst/>
          </a:prstGeom>
        </p:spPr>
      </p:pic>
      <p:pic>
        <p:nvPicPr>
          <p:cNvPr id="7" name="Image 6">
            <a:extLst>
              <a:ext uri="{FF2B5EF4-FFF2-40B4-BE49-F238E27FC236}">
                <a16:creationId xmlns:a16="http://schemas.microsoft.com/office/drawing/2014/main" id="{582EFA01-57C1-99F6-E93F-081E2B03ABF3}"/>
              </a:ext>
            </a:extLst>
          </p:cNvPr>
          <p:cNvPicPr>
            <a:picLocks noChangeAspect="1"/>
          </p:cNvPicPr>
          <p:nvPr/>
        </p:nvPicPr>
        <p:blipFill>
          <a:blip r:embed="rId5">
            <a:duotone>
              <a:schemeClr val="accent2">
                <a:shade val="45000"/>
                <a:satMod val="135000"/>
              </a:schemeClr>
              <a:prstClr val="white"/>
            </a:duotone>
          </a:blip>
          <a:stretch>
            <a:fillRect/>
          </a:stretch>
        </p:blipFill>
        <p:spPr>
          <a:xfrm>
            <a:off x="4139925" y="1150964"/>
            <a:ext cx="864000" cy="86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Google Shape;1768;p39"/>
          <p:cNvSpPr/>
          <p:nvPr/>
        </p:nvSpPr>
        <p:spPr>
          <a:xfrm>
            <a:off x="-232725" y="3337450"/>
            <a:ext cx="7554300" cy="247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p:cNvSpPr/>
          <p:nvPr/>
        </p:nvSpPr>
        <p:spPr>
          <a:xfrm>
            <a:off x="6673200" y="2873200"/>
            <a:ext cx="1175700" cy="1175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000" b="1">
              <a:solidFill>
                <a:schemeClr val="accent1"/>
              </a:solidFill>
              <a:latin typeface="Baloo Thambi 2"/>
              <a:ea typeface="Baloo Thambi 2"/>
              <a:cs typeface="Baloo Thambi 2"/>
              <a:sym typeface="Baloo Thambi 2"/>
            </a:endParaRPr>
          </a:p>
        </p:txBody>
      </p:sp>
      <p:sp>
        <p:nvSpPr>
          <p:cNvPr id="1770" name="Google Shape;1770;p39"/>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OUR EVOLUTION</a:t>
            </a:r>
            <a:endParaRPr/>
          </a:p>
        </p:txBody>
      </p:sp>
      <p:sp>
        <p:nvSpPr>
          <p:cNvPr id="1771" name="Google Shape;1771;p39"/>
          <p:cNvSpPr/>
          <p:nvPr/>
        </p:nvSpPr>
        <p:spPr>
          <a:xfrm>
            <a:off x="1520400" y="3174700"/>
            <a:ext cx="572700" cy="572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400" b="1">
              <a:solidFill>
                <a:schemeClr val="accent1"/>
              </a:solidFill>
              <a:latin typeface="Baloo Thambi 2"/>
              <a:ea typeface="Baloo Thambi 2"/>
              <a:cs typeface="Baloo Thambi 2"/>
              <a:sym typeface="Baloo Thambi 2"/>
            </a:endParaRPr>
          </a:p>
        </p:txBody>
      </p:sp>
      <p:sp>
        <p:nvSpPr>
          <p:cNvPr id="1772" name="Google Shape;1772;p39"/>
          <p:cNvSpPr txBox="1"/>
          <p:nvPr/>
        </p:nvSpPr>
        <p:spPr>
          <a:xfrm>
            <a:off x="646093" y="1982337"/>
            <a:ext cx="2299200" cy="531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1800" b="1" dirty="0">
                <a:solidFill>
                  <a:schemeClr val="accent2"/>
                </a:solidFill>
                <a:latin typeface="Domine"/>
                <a:ea typeface="Domine"/>
                <a:cs typeface="Domine"/>
                <a:sym typeface="Domine"/>
              </a:rPr>
              <a:t>Construction du vocabulaire </a:t>
            </a:r>
            <a:endParaRPr sz="1800" b="1" dirty="0">
              <a:solidFill>
                <a:schemeClr val="accent2"/>
              </a:solidFill>
              <a:latin typeface="Domine"/>
              <a:ea typeface="Domine"/>
              <a:cs typeface="Domine"/>
              <a:sym typeface="Domine"/>
            </a:endParaRPr>
          </a:p>
        </p:txBody>
      </p:sp>
      <p:sp>
        <p:nvSpPr>
          <p:cNvPr id="1773" name="Google Shape;1773;p39"/>
          <p:cNvSpPr txBox="1"/>
          <p:nvPr/>
        </p:nvSpPr>
        <p:spPr>
          <a:xfrm>
            <a:off x="624725" y="2403646"/>
            <a:ext cx="2331625" cy="75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solidFill>
                  <a:srgbClr val="272727"/>
                </a:solidFill>
                <a:latin typeface="DM Sans"/>
                <a:ea typeface="DM Sans"/>
                <a:cs typeface="DM Sans"/>
                <a:sym typeface="DM Sans"/>
              </a:rPr>
              <a:t>Extraction des termes uniques</a:t>
            </a:r>
            <a:endParaRPr dirty="0">
              <a:solidFill>
                <a:srgbClr val="272727"/>
              </a:solidFill>
              <a:latin typeface="DM Sans"/>
              <a:ea typeface="DM Sans"/>
              <a:cs typeface="DM Sans"/>
              <a:sym typeface="DM Sans"/>
            </a:endParaRPr>
          </a:p>
        </p:txBody>
      </p:sp>
      <p:sp>
        <p:nvSpPr>
          <p:cNvPr id="1774" name="Google Shape;1774;p39"/>
          <p:cNvSpPr txBox="1"/>
          <p:nvPr/>
        </p:nvSpPr>
        <p:spPr>
          <a:xfrm>
            <a:off x="1355700" y="3290339"/>
            <a:ext cx="9021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2"/>
                </a:solidFill>
                <a:latin typeface="Domine"/>
                <a:ea typeface="Domine"/>
                <a:cs typeface="Domine"/>
                <a:sym typeface="Domine"/>
              </a:rPr>
              <a:t>04</a:t>
            </a:r>
            <a:endParaRPr sz="2000" b="1">
              <a:solidFill>
                <a:schemeClr val="dk2"/>
              </a:solidFill>
              <a:latin typeface="Domine"/>
              <a:ea typeface="Domine"/>
              <a:cs typeface="Domine"/>
              <a:sym typeface="Domine"/>
            </a:endParaRPr>
          </a:p>
        </p:txBody>
      </p:sp>
      <p:sp>
        <p:nvSpPr>
          <p:cNvPr id="1776" name="Google Shape;1776;p39"/>
          <p:cNvSpPr/>
          <p:nvPr/>
        </p:nvSpPr>
        <p:spPr>
          <a:xfrm>
            <a:off x="4285650" y="3174700"/>
            <a:ext cx="572700" cy="572700"/>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sz="2400" b="1">
              <a:solidFill>
                <a:schemeClr val="accent1"/>
              </a:solidFill>
              <a:latin typeface="Baloo Thambi 2"/>
              <a:ea typeface="Baloo Thambi 2"/>
              <a:cs typeface="Baloo Thambi 2"/>
              <a:sym typeface="Baloo Thambi 2"/>
            </a:endParaRPr>
          </a:p>
        </p:txBody>
      </p:sp>
      <p:sp>
        <p:nvSpPr>
          <p:cNvPr id="1777" name="Google Shape;1777;p39"/>
          <p:cNvSpPr txBox="1"/>
          <p:nvPr/>
        </p:nvSpPr>
        <p:spPr>
          <a:xfrm>
            <a:off x="3422400" y="1812250"/>
            <a:ext cx="2299200" cy="531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1800" b="1" dirty="0">
                <a:solidFill>
                  <a:schemeClr val="accent2"/>
                </a:solidFill>
                <a:latin typeface="Domine"/>
                <a:ea typeface="Domine"/>
                <a:cs typeface="Domine"/>
                <a:sym typeface="Domine"/>
              </a:rPr>
              <a:t>Résultats</a:t>
            </a:r>
            <a:endParaRPr sz="1800" b="1" dirty="0">
              <a:solidFill>
                <a:schemeClr val="accent2"/>
              </a:solidFill>
              <a:latin typeface="Domine"/>
              <a:ea typeface="Domine"/>
              <a:cs typeface="Domine"/>
              <a:sym typeface="Domine"/>
            </a:endParaRPr>
          </a:p>
        </p:txBody>
      </p:sp>
      <p:sp>
        <p:nvSpPr>
          <p:cNvPr id="1778" name="Google Shape;1778;p39"/>
          <p:cNvSpPr txBox="1"/>
          <p:nvPr/>
        </p:nvSpPr>
        <p:spPr>
          <a:xfrm>
            <a:off x="3422400" y="2218185"/>
            <a:ext cx="2299200" cy="75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solidFill>
                  <a:srgbClr val="272727"/>
                </a:solidFill>
                <a:latin typeface="DM Sans"/>
                <a:ea typeface="DM Sans"/>
                <a:cs typeface="DM Sans"/>
                <a:sym typeface="DM Sans"/>
              </a:rPr>
              <a:t>49 termes uniques</a:t>
            </a:r>
            <a:endParaRPr dirty="0">
              <a:solidFill>
                <a:srgbClr val="272727"/>
              </a:solidFill>
              <a:latin typeface="DM Sans"/>
              <a:ea typeface="DM Sans"/>
              <a:cs typeface="DM Sans"/>
              <a:sym typeface="DM Sans"/>
            </a:endParaRPr>
          </a:p>
        </p:txBody>
      </p:sp>
      <p:sp>
        <p:nvSpPr>
          <p:cNvPr id="1779" name="Google Shape;1779;p39"/>
          <p:cNvSpPr txBox="1"/>
          <p:nvPr/>
        </p:nvSpPr>
        <p:spPr>
          <a:xfrm>
            <a:off x="4120950" y="3290339"/>
            <a:ext cx="9021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2"/>
                </a:solidFill>
                <a:latin typeface="Domine"/>
                <a:ea typeface="Domine"/>
                <a:cs typeface="Domine"/>
                <a:sym typeface="Domine"/>
              </a:rPr>
              <a:t>05</a:t>
            </a:r>
            <a:endParaRPr sz="2000" b="1">
              <a:solidFill>
                <a:schemeClr val="dk2"/>
              </a:solidFill>
              <a:latin typeface="Domine"/>
              <a:ea typeface="Domine"/>
              <a:cs typeface="Domine"/>
              <a:sym typeface="Domine"/>
            </a:endParaRPr>
          </a:p>
        </p:txBody>
      </p:sp>
      <p:sp>
        <p:nvSpPr>
          <p:cNvPr id="1781" name="Google Shape;1781;p39"/>
          <p:cNvSpPr txBox="1"/>
          <p:nvPr/>
        </p:nvSpPr>
        <p:spPr>
          <a:xfrm>
            <a:off x="6432775" y="3274775"/>
            <a:ext cx="1656600" cy="34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2000" b="1" dirty="0">
                <a:solidFill>
                  <a:schemeClr val="accent2"/>
                </a:solidFill>
                <a:latin typeface="Domine"/>
                <a:ea typeface="Domine"/>
                <a:cs typeface="Domine"/>
                <a:sym typeface="Domine"/>
              </a:rPr>
              <a:t>GO!!!</a:t>
            </a:r>
            <a:endParaRPr sz="2000" b="1" dirty="0">
              <a:solidFill>
                <a:schemeClr val="accent2"/>
              </a:solidFill>
              <a:latin typeface="Domine"/>
              <a:ea typeface="Domine"/>
              <a:cs typeface="Domine"/>
              <a:sym typeface="Domine"/>
            </a:endParaRPr>
          </a:p>
        </p:txBody>
      </p:sp>
      <p:sp>
        <p:nvSpPr>
          <p:cNvPr id="1782" name="Google Shape;1782;p39"/>
          <p:cNvSpPr/>
          <p:nvPr/>
        </p:nvSpPr>
        <p:spPr>
          <a:xfrm flipH="1">
            <a:off x="6006925" y="3512467"/>
            <a:ext cx="419100" cy="46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p:cNvSpPr/>
          <p:nvPr/>
        </p:nvSpPr>
        <p:spPr>
          <a:xfrm flipH="1">
            <a:off x="205625" y="3368465"/>
            <a:ext cx="419100" cy="46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8" name="Google Shape;1788;p39"/>
          <p:cNvGrpSpPr/>
          <p:nvPr/>
        </p:nvGrpSpPr>
        <p:grpSpPr>
          <a:xfrm>
            <a:off x="1643924" y="1475117"/>
            <a:ext cx="325564" cy="376403"/>
            <a:chOff x="2708700" y="3804850"/>
            <a:chExt cx="417925" cy="483125"/>
          </a:xfrm>
        </p:grpSpPr>
        <p:sp>
          <p:nvSpPr>
            <p:cNvPr id="1789" name="Google Shape;1789;p39"/>
            <p:cNvSpPr/>
            <p:nvPr/>
          </p:nvSpPr>
          <p:spPr>
            <a:xfrm>
              <a:off x="2708700" y="3804850"/>
              <a:ext cx="417925" cy="483125"/>
            </a:xfrm>
            <a:custGeom>
              <a:avLst/>
              <a:gdLst/>
              <a:ahLst/>
              <a:cxnLst/>
              <a:rect l="l" t="t" r="r" b="b"/>
              <a:pathLst>
                <a:path w="16717" h="19325" extrusionOk="0">
                  <a:moveTo>
                    <a:pt x="10354" y="1132"/>
                  </a:moveTo>
                  <a:lnTo>
                    <a:pt x="10354" y="8618"/>
                  </a:lnTo>
                  <a:cubicBezTo>
                    <a:pt x="10354" y="8714"/>
                    <a:pt x="10379" y="8811"/>
                    <a:pt x="10430" y="8898"/>
                  </a:cubicBezTo>
                  <a:lnTo>
                    <a:pt x="12447" y="12425"/>
                  </a:lnTo>
                  <a:lnTo>
                    <a:pt x="4273" y="12425"/>
                  </a:lnTo>
                  <a:lnTo>
                    <a:pt x="6290" y="8898"/>
                  </a:lnTo>
                  <a:cubicBezTo>
                    <a:pt x="6339" y="8811"/>
                    <a:pt x="6366" y="8714"/>
                    <a:pt x="6366" y="8618"/>
                  </a:cubicBezTo>
                  <a:lnTo>
                    <a:pt x="6366" y="1132"/>
                  </a:lnTo>
                  <a:close/>
                  <a:moveTo>
                    <a:pt x="13090" y="13557"/>
                  </a:moveTo>
                  <a:lnTo>
                    <a:pt x="15469" y="17718"/>
                  </a:lnTo>
                  <a:cubicBezTo>
                    <a:pt x="15527" y="17818"/>
                    <a:pt x="15530" y="17939"/>
                    <a:pt x="15472" y="18038"/>
                  </a:cubicBezTo>
                  <a:cubicBezTo>
                    <a:pt x="15418" y="18135"/>
                    <a:pt x="15318" y="18192"/>
                    <a:pt x="15210" y="18192"/>
                  </a:cubicBezTo>
                  <a:lnTo>
                    <a:pt x="1511" y="18192"/>
                  </a:lnTo>
                  <a:cubicBezTo>
                    <a:pt x="1399" y="18192"/>
                    <a:pt x="1299" y="18135"/>
                    <a:pt x="1245" y="18038"/>
                  </a:cubicBezTo>
                  <a:cubicBezTo>
                    <a:pt x="1187" y="17939"/>
                    <a:pt x="1187" y="17818"/>
                    <a:pt x="1245" y="17718"/>
                  </a:cubicBezTo>
                  <a:lnTo>
                    <a:pt x="3624" y="13557"/>
                  </a:lnTo>
                  <a:close/>
                  <a:moveTo>
                    <a:pt x="4717" y="0"/>
                  </a:moveTo>
                  <a:cubicBezTo>
                    <a:pt x="4403" y="0"/>
                    <a:pt x="4153" y="254"/>
                    <a:pt x="4153" y="568"/>
                  </a:cubicBezTo>
                  <a:cubicBezTo>
                    <a:pt x="4153" y="879"/>
                    <a:pt x="4403" y="1132"/>
                    <a:pt x="4717" y="1132"/>
                  </a:cubicBezTo>
                  <a:lnTo>
                    <a:pt x="5234" y="1132"/>
                  </a:lnTo>
                  <a:lnTo>
                    <a:pt x="5234" y="8467"/>
                  </a:lnTo>
                  <a:lnTo>
                    <a:pt x="264" y="17157"/>
                  </a:lnTo>
                  <a:cubicBezTo>
                    <a:pt x="1" y="17604"/>
                    <a:pt x="4" y="18159"/>
                    <a:pt x="267" y="18606"/>
                  </a:cubicBezTo>
                  <a:cubicBezTo>
                    <a:pt x="519" y="19050"/>
                    <a:pt x="992" y="19325"/>
                    <a:pt x="1502" y="19325"/>
                  </a:cubicBezTo>
                  <a:cubicBezTo>
                    <a:pt x="1505" y="19325"/>
                    <a:pt x="1508" y="19325"/>
                    <a:pt x="1511" y="19325"/>
                  </a:cubicBezTo>
                  <a:lnTo>
                    <a:pt x="15207" y="19325"/>
                  </a:lnTo>
                  <a:cubicBezTo>
                    <a:pt x="15210" y="19325"/>
                    <a:pt x="15212" y="19325"/>
                    <a:pt x="15215" y="19325"/>
                  </a:cubicBezTo>
                  <a:cubicBezTo>
                    <a:pt x="15725" y="19325"/>
                    <a:pt x="16198" y="19050"/>
                    <a:pt x="16451" y="18606"/>
                  </a:cubicBezTo>
                  <a:cubicBezTo>
                    <a:pt x="16713" y="18159"/>
                    <a:pt x="16716" y="17607"/>
                    <a:pt x="16454" y="17157"/>
                  </a:cubicBezTo>
                  <a:lnTo>
                    <a:pt x="11487" y="8467"/>
                  </a:lnTo>
                  <a:lnTo>
                    <a:pt x="11487" y="1132"/>
                  </a:lnTo>
                  <a:lnTo>
                    <a:pt x="12003" y="1132"/>
                  </a:lnTo>
                  <a:cubicBezTo>
                    <a:pt x="12314" y="1132"/>
                    <a:pt x="12568" y="879"/>
                    <a:pt x="12568" y="568"/>
                  </a:cubicBezTo>
                  <a:cubicBezTo>
                    <a:pt x="12568" y="254"/>
                    <a:pt x="12314" y="0"/>
                    <a:pt x="120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90" name="Google Shape;1790;p39"/>
            <p:cNvSpPr/>
            <p:nvPr/>
          </p:nvSpPr>
          <p:spPr>
            <a:xfrm>
              <a:off x="2875975" y="4055200"/>
              <a:ext cx="33100" cy="28350"/>
            </a:xfrm>
            <a:custGeom>
              <a:avLst/>
              <a:gdLst/>
              <a:ahLst/>
              <a:cxnLst/>
              <a:rect l="l" t="t" r="r" b="b"/>
              <a:pathLst>
                <a:path w="1324" h="1134" extrusionOk="0">
                  <a:moveTo>
                    <a:pt x="570" y="1"/>
                  </a:moveTo>
                  <a:cubicBezTo>
                    <a:pt x="280" y="1"/>
                    <a:pt x="1" y="225"/>
                    <a:pt x="1" y="566"/>
                  </a:cubicBezTo>
                  <a:cubicBezTo>
                    <a:pt x="1" y="880"/>
                    <a:pt x="255" y="1134"/>
                    <a:pt x="569" y="1134"/>
                  </a:cubicBezTo>
                  <a:cubicBezTo>
                    <a:pt x="1073" y="1134"/>
                    <a:pt x="1323" y="524"/>
                    <a:pt x="967" y="168"/>
                  </a:cubicBezTo>
                  <a:cubicBezTo>
                    <a:pt x="852" y="52"/>
                    <a:pt x="710" y="1"/>
                    <a:pt x="5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91" name="Google Shape;1791;p39"/>
            <p:cNvSpPr/>
            <p:nvPr/>
          </p:nvSpPr>
          <p:spPr>
            <a:xfrm>
              <a:off x="2931025" y="4055200"/>
              <a:ext cx="33075" cy="28350"/>
            </a:xfrm>
            <a:custGeom>
              <a:avLst/>
              <a:gdLst/>
              <a:ahLst/>
              <a:cxnLst/>
              <a:rect l="l" t="t" r="r" b="b"/>
              <a:pathLst>
                <a:path w="1323" h="1134" extrusionOk="0">
                  <a:moveTo>
                    <a:pt x="569" y="1"/>
                  </a:moveTo>
                  <a:cubicBezTo>
                    <a:pt x="279" y="1"/>
                    <a:pt x="0" y="225"/>
                    <a:pt x="0" y="566"/>
                  </a:cubicBezTo>
                  <a:cubicBezTo>
                    <a:pt x="0" y="880"/>
                    <a:pt x="254" y="1134"/>
                    <a:pt x="565" y="1134"/>
                  </a:cubicBezTo>
                  <a:cubicBezTo>
                    <a:pt x="1069" y="1134"/>
                    <a:pt x="1323" y="524"/>
                    <a:pt x="966" y="168"/>
                  </a:cubicBezTo>
                  <a:cubicBezTo>
                    <a:pt x="851" y="52"/>
                    <a:pt x="709" y="1"/>
                    <a:pt x="5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92" name="Google Shape;1792;p39"/>
            <p:cNvSpPr/>
            <p:nvPr/>
          </p:nvSpPr>
          <p:spPr>
            <a:xfrm>
              <a:off x="2903525" y="4008200"/>
              <a:ext cx="28350" cy="28325"/>
            </a:xfrm>
            <a:custGeom>
              <a:avLst/>
              <a:gdLst/>
              <a:ahLst/>
              <a:cxnLst/>
              <a:rect l="l" t="t" r="r" b="b"/>
              <a:pathLst>
                <a:path w="1134" h="1133" extrusionOk="0">
                  <a:moveTo>
                    <a:pt x="566" y="1"/>
                  </a:moveTo>
                  <a:cubicBezTo>
                    <a:pt x="252" y="1"/>
                    <a:pt x="1" y="254"/>
                    <a:pt x="1" y="568"/>
                  </a:cubicBezTo>
                  <a:cubicBezTo>
                    <a:pt x="1" y="879"/>
                    <a:pt x="252" y="1133"/>
                    <a:pt x="566" y="1133"/>
                  </a:cubicBezTo>
                  <a:cubicBezTo>
                    <a:pt x="880" y="1133"/>
                    <a:pt x="1133" y="879"/>
                    <a:pt x="1133" y="568"/>
                  </a:cubicBezTo>
                  <a:cubicBezTo>
                    <a:pt x="1133" y="254"/>
                    <a:pt x="880" y="1"/>
                    <a:pt x="5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3" name="Image 2">
            <a:extLst>
              <a:ext uri="{FF2B5EF4-FFF2-40B4-BE49-F238E27FC236}">
                <a16:creationId xmlns:a16="http://schemas.microsoft.com/office/drawing/2014/main" id="{79DBAAB3-0A81-78FC-C2F3-886B941C0AE7}"/>
              </a:ext>
            </a:extLst>
          </p:cNvPr>
          <p:cNvPicPr>
            <a:picLocks noChangeAspect="1"/>
          </p:cNvPicPr>
          <p:nvPr/>
        </p:nvPicPr>
        <p:blipFill>
          <a:blip r:embed="rId3">
            <a:duotone>
              <a:schemeClr val="accent2">
                <a:shade val="45000"/>
                <a:satMod val="135000"/>
              </a:schemeClr>
              <a:prstClr val="white"/>
            </a:duotone>
          </a:blip>
          <a:stretch>
            <a:fillRect/>
          </a:stretch>
        </p:blipFill>
        <p:spPr>
          <a:xfrm>
            <a:off x="1433997" y="1055562"/>
            <a:ext cx="792000" cy="792000"/>
          </a:xfrm>
          <a:prstGeom prst="rect">
            <a:avLst/>
          </a:prstGeom>
        </p:spPr>
      </p:pic>
      <p:pic>
        <p:nvPicPr>
          <p:cNvPr id="5" name="Image 4">
            <a:extLst>
              <a:ext uri="{FF2B5EF4-FFF2-40B4-BE49-F238E27FC236}">
                <a16:creationId xmlns:a16="http://schemas.microsoft.com/office/drawing/2014/main" id="{148F51FB-3A2A-5541-0E12-D276CC7E633F}"/>
              </a:ext>
            </a:extLst>
          </p:cNvPr>
          <p:cNvPicPr>
            <a:picLocks noChangeAspect="1"/>
          </p:cNvPicPr>
          <p:nvPr/>
        </p:nvPicPr>
        <p:blipFill>
          <a:blip r:embed="rId4">
            <a:duotone>
              <a:schemeClr val="accent2">
                <a:shade val="45000"/>
                <a:satMod val="135000"/>
              </a:schemeClr>
              <a:prstClr val="white"/>
            </a:duotone>
          </a:blip>
          <a:stretch>
            <a:fillRect/>
          </a:stretch>
        </p:blipFill>
        <p:spPr>
          <a:xfrm>
            <a:off x="4157925" y="1037562"/>
            <a:ext cx="828000" cy="82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4"/>
        <p:cNvGrpSpPr/>
        <p:nvPr/>
      </p:nvGrpSpPr>
      <p:grpSpPr>
        <a:xfrm>
          <a:off x="0" y="0"/>
          <a:ext cx="0" cy="0"/>
          <a:chOff x="0" y="0"/>
          <a:chExt cx="0" cy="0"/>
        </a:xfrm>
      </p:grpSpPr>
      <p:sp>
        <p:nvSpPr>
          <p:cNvPr id="2475" name="Google Shape;2475;p64"/>
          <p:cNvSpPr txBox="1">
            <a:spLocks noGrp="1"/>
          </p:cNvSpPr>
          <p:nvPr>
            <p:ph type="title" idx="2"/>
          </p:nvPr>
        </p:nvSpPr>
        <p:spPr>
          <a:xfrm>
            <a:off x="3400834" y="2571750"/>
            <a:ext cx="23424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Inverse Document Frequency (IDF)</a:t>
            </a:r>
          </a:p>
        </p:txBody>
      </p:sp>
      <p:sp>
        <p:nvSpPr>
          <p:cNvPr id="2476" name="Google Shape;2476;p64"/>
          <p:cNvSpPr txBox="1">
            <a:spLocks noGrp="1"/>
          </p:cNvSpPr>
          <p:nvPr>
            <p:ph type="title" idx="3"/>
          </p:nvPr>
        </p:nvSpPr>
        <p:spPr>
          <a:xfrm>
            <a:off x="3400834" y="3064577"/>
            <a:ext cx="2342400" cy="75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Ce mot est-il rare et important, ou commun et moins distinctif ?</a:t>
            </a:r>
          </a:p>
        </p:txBody>
      </p:sp>
      <p:sp>
        <p:nvSpPr>
          <p:cNvPr id="2477" name="Google Shape;2477;p64"/>
          <p:cNvSpPr txBox="1">
            <a:spLocks noGrp="1"/>
          </p:cNvSpPr>
          <p:nvPr>
            <p:ph type="title" idx="4"/>
          </p:nvPr>
        </p:nvSpPr>
        <p:spPr>
          <a:xfrm>
            <a:off x="768171" y="2294700"/>
            <a:ext cx="23424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Fréquence Terme (TF)</a:t>
            </a:r>
          </a:p>
        </p:txBody>
      </p:sp>
      <p:sp>
        <p:nvSpPr>
          <p:cNvPr id="2478" name="Google Shape;2478;p64"/>
          <p:cNvSpPr txBox="1">
            <a:spLocks noGrp="1"/>
          </p:cNvSpPr>
          <p:nvPr>
            <p:ph type="title" idx="5"/>
          </p:nvPr>
        </p:nvSpPr>
        <p:spPr>
          <a:xfrm>
            <a:off x="758775" y="3134057"/>
            <a:ext cx="2342400" cy="75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Combien de fois ce mot apparaît-il ici ?</a:t>
            </a:r>
          </a:p>
        </p:txBody>
      </p:sp>
      <p:sp>
        <p:nvSpPr>
          <p:cNvPr id="2479" name="Google Shape;2479;p64"/>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2400" dirty="0"/>
              <a:t>TF-IDF : Le Poids Caché Derrière Chaque Mot !</a:t>
            </a:r>
            <a:endParaRPr sz="2400" dirty="0"/>
          </a:p>
        </p:txBody>
      </p:sp>
      <p:sp>
        <p:nvSpPr>
          <p:cNvPr id="2480" name="Google Shape;2480;p64"/>
          <p:cNvSpPr txBox="1">
            <a:spLocks noGrp="1"/>
          </p:cNvSpPr>
          <p:nvPr>
            <p:ph type="title" idx="6"/>
          </p:nvPr>
        </p:nvSpPr>
        <p:spPr>
          <a:xfrm>
            <a:off x="6033480" y="2294700"/>
            <a:ext cx="2536588"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Final : La Quintessence !</a:t>
            </a:r>
            <a:endParaRPr dirty="0"/>
          </a:p>
        </p:txBody>
      </p:sp>
      <p:sp>
        <p:nvSpPr>
          <p:cNvPr id="2481" name="Google Shape;2481;p64"/>
          <p:cNvSpPr txBox="1">
            <a:spLocks noGrp="1"/>
          </p:cNvSpPr>
          <p:nvPr>
            <p:ph type="title" idx="7"/>
          </p:nvPr>
        </p:nvSpPr>
        <p:spPr>
          <a:xfrm>
            <a:off x="6042827" y="3101167"/>
            <a:ext cx="2342400" cy="75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Le score combiné qui révèle l'importance réelle d'un mot dans un document.</a:t>
            </a:r>
          </a:p>
        </p:txBody>
      </p:sp>
      <p:pic>
        <p:nvPicPr>
          <p:cNvPr id="2" name="Image 1">
            <a:extLst>
              <a:ext uri="{FF2B5EF4-FFF2-40B4-BE49-F238E27FC236}">
                <a16:creationId xmlns:a16="http://schemas.microsoft.com/office/drawing/2014/main" id="{4E69EFA2-C59E-E245-3FF7-756B7917C815}"/>
              </a:ext>
            </a:extLst>
          </p:cNvPr>
          <p:cNvPicPr>
            <a:picLocks noChangeAspect="1"/>
          </p:cNvPicPr>
          <p:nvPr/>
        </p:nvPicPr>
        <p:blipFill>
          <a:blip r:embed="rId3">
            <a:duotone>
              <a:schemeClr val="bg2">
                <a:shade val="45000"/>
                <a:satMod val="135000"/>
              </a:schemeClr>
              <a:prstClr val="white"/>
            </a:duotone>
          </a:blip>
          <a:stretch>
            <a:fillRect/>
          </a:stretch>
        </p:blipFill>
        <p:spPr>
          <a:xfrm>
            <a:off x="980142" y="1508856"/>
            <a:ext cx="1771897" cy="857370"/>
          </a:xfrm>
          <a:prstGeom prst="rect">
            <a:avLst/>
          </a:prstGeom>
        </p:spPr>
      </p:pic>
      <p:pic>
        <p:nvPicPr>
          <p:cNvPr id="3" name="Image 2">
            <a:extLst>
              <a:ext uri="{FF2B5EF4-FFF2-40B4-BE49-F238E27FC236}">
                <a16:creationId xmlns:a16="http://schemas.microsoft.com/office/drawing/2014/main" id="{A8A35CEC-168A-2F5B-4207-D83FDDA3F68E}"/>
              </a:ext>
            </a:extLst>
          </p:cNvPr>
          <p:cNvPicPr>
            <a:picLocks noChangeAspect="1"/>
          </p:cNvPicPr>
          <p:nvPr/>
        </p:nvPicPr>
        <p:blipFill>
          <a:blip r:embed="rId4"/>
          <a:stretch>
            <a:fillRect/>
          </a:stretch>
        </p:blipFill>
        <p:spPr>
          <a:xfrm>
            <a:off x="3552607" y="1480277"/>
            <a:ext cx="2038635" cy="914528"/>
          </a:xfrm>
          <a:prstGeom prst="rect">
            <a:avLst/>
          </a:prstGeom>
        </p:spPr>
      </p:pic>
      <p:pic>
        <p:nvPicPr>
          <p:cNvPr id="4" name="Image 3">
            <a:extLst>
              <a:ext uri="{FF2B5EF4-FFF2-40B4-BE49-F238E27FC236}">
                <a16:creationId xmlns:a16="http://schemas.microsoft.com/office/drawing/2014/main" id="{CFE4F974-AA73-AAA9-7EF1-E7A13B861BE6}"/>
              </a:ext>
            </a:extLst>
          </p:cNvPr>
          <p:cNvPicPr>
            <a:picLocks noChangeAspect="1"/>
          </p:cNvPicPr>
          <p:nvPr/>
        </p:nvPicPr>
        <p:blipFill>
          <a:blip r:embed="rId5"/>
          <a:stretch>
            <a:fillRect/>
          </a:stretch>
        </p:blipFill>
        <p:spPr>
          <a:xfrm>
            <a:off x="6121244" y="1617600"/>
            <a:ext cx="2638793" cy="5715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0"/>
        <p:cNvGrpSpPr/>
        <p:nvPr/>
      </p:nvGrpSpPr>
      <p:grpSpPr>
        <a:xfrm>
          <a:off x="0" y="0"/>
          <a:ext cx="0" cy="0"/>
          <a:chOff x="0" y="0"/>
          <a:chExt cx="0" cy="0"/>
        </a:xfrm>
      </p:grpSpPr>
      <p:sp>
        <p:nvSpPr>
          <p:cNvPr id="2071" name="Google Shape;2071;p49"/>
          <p:cNvSpPr txBox="1">
            <a:spLocks noGrp="1"/>
          </p:cNvSpPr>
          <p:nvPr>
            <p:ph type="title" idx="4294967295"/>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solidFill>
                  <a:schemeClr val="accent2"/>
                </a:solidFill>
              </a:rPr>
              <a:t>Décomposition SVD Manuelle</a:t>
            </a:r>
            <a:endParaRPr dirty="0">
              <a:solidFill>
                <a:schemeClr val="accent2"/>
              </a:solidFill>
            </a:endParaRPr>
          </a:p>
        </p:txBody>
      </p:sp>
      <p:sp>
        <p:nvSpPr>
          <p:cNvPr id="2072" name="Google Shape;2072;p49"/>
          <p:cNvSpPr txBox="1">
            <a:spLocks noGrp="1"/>
          </p:cNvSpPr>
          <p:nvPr>
            <p:ph type="title"/>
          </p:nvPr>
        </p:nvSpPr>
        <p:spPr>
          <a:xfrm>
            <a:off x="4978368" y="1413950"/>
            <a:ext cx="2698200" cy="53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dirty="0"/>
              <a:t>RÉSULTATS OBTENUS :</a:t>
            </a:r>
          </a:p>
        </p:txBody>
      </p:sp>
      <p:sp>
        <p:nvSpPr>
          <p:cNvPr id="2073" name="Google Shape;2073;p49"/>
          <p:cNvSpPr txBox="1">
            <a:spLocks noGrp="1"/>
          </p:cNvSpPr>
          <p:nvPr>
            <p:ph type="title" idx="2"/>
          </p:nvPr>
        </p:nvSpPr>
        <p:spPr>
          <a:xfrm>
            <a:off x="4978224" y="1945550"/>
            <a:ext cx="2862269" cy="2290800"/>
          </a:xfrm>
          <a:prstGeom prst="rect">
            <a:avLst/>
          </a:prstGeom>
        </p:spPr>
        <p:txBody>
          <a:bodyPr spcFirstLastPara="1" wrap="square" lIns="91425" tIns="0" rIns="0" bIns="0" anchor="t" anchorCtr="0">
            <a:noAutofit/>
          </a:bodyPr>
          <a:lstStyle/>
          <a:p>
            <a:pPr marL="345441" indent="-342900"/>
            <a:r>
              <a:rPr lang="fr-FR" dirty="0">
                <a:solidFill>
                  <a:schemeClr val="dk2"/>
                </a:solidFill>
              </a:rPr>
              <a:t>Valeur propre dominante </a:t>
            </a:r>
            <a:br>
              <a:rPr lang="fr-FR" dirty="0">
                <a:solidFill>
                  <a:schemeClr val="dk2"/>
                </a:solidFill>
              </a:rPr>
            </a:br>
            <a:r>
              <a:rPr lang="fr-FR" dirty="0">
                <a:solidFill>
                  <a:schemeClr val="dk2"/>
                </a:solidFill>
              </a:rPr>
              <a:t>(λ₁) : 0.11979303</a:t>
            </a:r>
            <a:br>
              <a:rPr lang="en-US" dirty="0">
                <a:solidFill>
                  <a:schemeClr val="dk2"/>
                </a:solidFill>
              </a:rPr>
            </a:br>
            <a:endParaRPr lang="en-US" dirty="0">
              <a:solidFill>
                <a:schemeClr val="dk2"/>
              </a:solidFill>
            </a:endParaRPr>
          </a:p>
          <a:p>
            <a:pPr marL="345441" indent="-342900">
              <a:spcBef>
                <a:spcPts val="1000"/>
              </a:spcBef>
            </a:pPr>
            <a:r>
              <a:rPr lang="en-US" dirty="0">
                <a:solidFill>
                  <a:schemeClr val="dk2"/>
                </a:solidFill>
              </a:rPr>
              <a:t>Valeur </a:t>
            </a:r>
            <a:r>
              <a:rPr lang="en-US" dirty="0" err="1">
                <a:solidFill>
                  <a:schemeClr val="dk2"/>
                </a:solidFill>
              </a:rPr>
              <a:t>singulière</a:t>
            </a:r>
            <a:r>
              <a:rPr lang="en-US" dirty="0">
                <a:solidFill>
                  <a:schemeClr val="dk2"/>
                </a:solidFill>
              </a:rPr>
              <a:t> </a:t>
            </a:r>
            <a:r>
              <a:rPr lang="en-US" dirty="0" err="1">
                <a:solidFill>
                  <a:schemeClr val="dk2"/>
                </a:solidFill>
              </a:rPr>
              <a:t>dominante</a:t>
            </a:r>
            <a:r>
              <a:rPr lang="en-US" dirty="0">
                <a:solidFill>
                  <a:schemeClr val="dk2"/>
                </a:solidFill>
              </a:rPr>
              <a:t> (σ₁) : 0.34611129</a:t>
            </a:r>
            <a:br>
              <a:rPr lang="en-US" dirty="0">
                <a:solidFill>
                  <a:schemeClr val="dk2"/>
                </a:solidFill>
              </a:rPr>
            </a:br>
            <a:endParaRPr lang="en-US" dirty="0">
              <a:solidFill>
                <a:schemeClr val="dk2"/>
              </a:solidFill>
            </a:endParaRPr>
          </a:p>
          <a:p>
            <a:pPr marL="345441" indent="-342900">
              <a:spcBef>
                <a:spcPts val="1000"/>
              </a:spcBef>
              <a:spcAft>
                <a:spcPts val="1000"/>
              </a:spcAft>
            </a:pPr>
            <a:r>
              <a:rPr lang="fr-FR" dirty="0">
                <a:solidFill>
                  <a:schemeClr val="dk2"/>
                </a:solidFill>
              </a:rPr>
              <a:t>Convergence : Atteinte en 100 itérations</a:t>
            </a:r>
            <a:endParaRPr lang="en-US" dirty="0">
              <a:solidFill>
                <a:schemeClr val="dk2"/>
              </a:solidFill>
            </a:endParaRPr>
          </a:p>
        </p:txBody>
      </p:sp>
      <p:sp>
        <p:nvSpPr>
          <p:cNvPr id="2074" name="Google Shape;2074;p49"/>
          <p:cNvSpPr txBox="1">
            <a:spLocks noGrp="1"/>
          </p:cNvSpPr>
          <p:nvPr>
            <p:ph type="title" idx="3"/>
          </p:nvPr>
        </p:nvSpPr>
        <p:spPr>
          <a:xfrm>
            <a:off x="1603364" y="1413950"/>
            <a:ext cx="2698500" cy="53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dirty="0"/>
              <a:t>ÉTAPES :</a:t>
            </a:r>
          </a:p>
        </p:txBody>
      </p:sp>
      <p:sp>
        <p:nvSpPr>
          <p:cNvPr id="10" name="Google Shape;2073;p49">
            <a:extLst>
              <a:ext uri="{FF2B5EF4-FFF2-40B4-BE49-F238E27FC236}">
                <a16:creationId xmlns:a16="http://schemas.microsoft.com/office/drawing/2014/main" id="{F5579096-E004-2EEC-3B5E-D57863E4F878}"/>
              </a:ext>
            </a:extLst>
          </p:cNvPr>
          <p:cNvSpPr txBox="1">
            <a:spLocks/>
          </p:cNvSpPr>
          <p:nvPr/>
        </p:nvSpPr>
        <p:spPr>
          <a:xfrm>
            <a:off x="1467276" y="1867729"/>
            <a:ext cx="2698500" cy="2290800"/>
          </a:xfrm>
          <a:prstGeom prst="rect">
            <a:avLst/>
          </a:prstGeom>
          <a:noFill/>
          <a:ln>
            <a:noFill/>
          </a:ln>
        </p:spPr>
        <p:txBody>
          <a:bodyPr spcFirstLastPara="1" wrap="square" lIns="91425"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1pPr>
            <a:lvl2pPr marR="0" lvl="1" algn="ctr" rtl="0">
              <a:lnSpc>
                <a:spcPct val="100000"/>
              </a:lnSpc>
              <a:spcBef>
                <a:spcPts val="100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2pPr>
            <a:lvl3pPr marR="0" lvl="2"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3pPr>
            <a:lvl4pPr marR="0" lvl="3"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4pPr>
            <a:lvl5pPr marR="0" lvl="4"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5pPr>
            <a:lvl6pPr marR="0" lvl="5"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6pPr>
            <a:lvl7pPr marR="0" lvl="6"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7pPr>
            <a:lvl8pPr marR="0" lvl="7"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8pPr>
            <a:lvl9pPr marR="0" lvl="8" algn="ctr" rtl="0">
              <a:lnSpc>
                <a:spcPct val="100000"/>
              </a:lnSpc>
              <a:spcBef>
                <a:spcPts val="0"/>
              </a:spcBef>
              <a:spcAft>
                <a:spcPts val="0"/>
              </a:spcAft>
              <a:buClr>
                <a:schemeClr val="accent2"/>
              </a:buClr>
              <a:buSzPts val="1400"/>
              <a:buFont typeface="DM Sans"/>
              <a:buChar char="■"/>
              <a:defRPr sz="1400" b="0" i="0" u="none" strike="noStrike" cap="none">
                <a:solidFill>
                  <a:schemeClr val="accent2"/>
                </a:solidFill>
                <a:latin typeface="DM Sans"/>
                <a:ea typeface="DM Sans"/>
                <a:cs typeface="DM Sans"/>
                <a:sym typeface="DM Sans"/>
              </a:defRPr>
            </a:lvl9pPr>
          </a:lstStyle>
          <a:p>
            <a:pPr marL="345441" indent="-342900">
              <a:buFont typeface="+mj-lt"/>
              <a:buAutoNum type="arabicPeriod"/>
            </a:pPr>
            <a:r>
              <a:rPr lang="fr-FR" dirty="0">
                <a:solidFill>
                  <a:schemeClr val="dk2"/>
                </a:solidFill>
              </a:rPr>
              <a:t>Construction de A^T×A (matrice 49×49)</a:t>
            </a:r>
          </a:p>
          <a:p>
            <a:pPr marL="345441" indent="-342900">
              <a:spcBef>
                <a:spcPts val="1000"/>
              </a:spcBef>
              <a:buFont typeface="+mj-lt"/>
              <a:buAutoNum type="arabicPeriod"/>
            </a:pPr>
            <a:r>
              <a:rPr lang="fr-FR" dirty="0">
                <a:solidFill>
                  <a:schemeClr val="dk2"/>
                </a:solidFill>
              </a:rPr>
              <a:t>Algorithme de puissance itérée (100 itérations)</a:t>
            </a:r>
          </a:p>
          <a:p>
            <a:pPr marL="345441" indent="-342900">
              <a:spcBef>
                <a:spcPts val="1000"/>
              </a:spcBef>
              <a:buFont typeface="+mj-lt"/>
              <a:buAutoNum type="arabicPeriod"/>
            </a:pPr>
            <a:r>
              <a:rPr lang="fr-FR" dirty="0">
                <a:solidFill>
                  <a:schemeClr val="dk2"/>
                </a:solidFill>
              </a:rPr>
              <a:t>Calcul de la valeur propre dominante λ₁</a:t>
            </a:r>
          </a:p>
          <a:p>
            <a:pPr marL="345441" indent="-342900">
              <a:spcBef>
                <a:spcPts val="1000"/>
              </a:spcBef>
              <a:spcAft>
                <a:spcPts val="1000"/>
              </a:spcAft>
              <a:buFont typeface="+mj-lt"/>
              <a:buAutoNum type="arabicPeriod"/>
            </a:pPr>
            <a:r>
              <a:rPr lang="fr-FR" dirty="0">
                <a:solidFill>
                  <a:schemeClr val="dk2"/>
                </a:solidFill>
              </a:rPr>
              <a:t>Extraction de la valeur singulière σ₁ = √λ₁</a:t>
            </a:r>
          </a:p>
        </p:txBody>
      </p:sp>
      <p:pic>
        <p:nvPicPr>
          <p:cNvPr id="12" name="Image 11">
            <a:extLst>
              <a:ext uri="{FF2B5EF4-FFF2-40B4-BE49-F238E27FC236}">
                <a16:creationId xmlns:a16="http://schemas.microsoft.com/office/drawing/2014/main" id="{3BED0D86-084D-68DB-10A0-445B7251BAFA}"/>
              </a:ext>
            </a:extLst>
          </p:cNvPr>
          <p:cNvPicPr>
            <a:picLocks noChangeAspect="1"/>
          </p:cNvPicPr>
          <p:nvPr/>
        </p:nvPicPr>
        <p:blipFill>
          <a:blip r:embed="rId3"/>
          <a:stretch>
            <a:fillRect/>
          </a:stretch>
        </p:blipFill>
        <p:spPr>
          <a:xfrm rot="10800000">
            <a:off x="4085925" y="2365236"/>
            <a:ext cx="972000" cy="97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2"/>
        <p:cNvGrpSpPr/>
        <p:nvPr/>
      </p:nvGrpSpPr>
      <p:grpSpPr>
        <a:xfrm>
          <a:off x="0" y="0"/>
          <a:ext cx="0" cy="0"/>
          <a:chOff x="0" y="0"/>
          <a:chExt cx="0" cy="0"/>
        </a:xfrm>
      </p:grpSpPr>
      <p:sp>
        <p:nvSpPr>
          <p:cNvPr id="2276" name="Google Shape;2276;p58"/>
          <p:cNvSpPr/>
          <p:nvPr/>
        </p:nvSpPr>
        <p:spPr>
          <a:xfrm>
            <a:off x="1187625" y="1439850"/>
            <a:ext cx="1171200" cy="1171200"/>
          </a:xfrm>
          <a:prstGeom prst="arc">
            <a:avLst>
              <a:gd name="adj1" fmla="val 855959"/>
              <a:gd name="adj2" fmla="val 21574012"/>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8"/>
          <p:cNvSpPr/>
          <p:nvPr/>
        </p:nvSpPr>
        <p:spPr>
          <a:xfrm>
            <a:off x="3970900" y="1439850"/>
            <a:ext cx="1171200" cy="1171200"/>
          </a:xfrm>
          <a:prstGeom prst="arc">
            <a:avLst>
              <a:gd name="adj1" fmla="val 16200000"/>
              <a:gd name="adj2" fmla="val 2600199"/>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8"/>
          <p:cNvSpPr/>
          <p:nvPr/>
        </p:nvSpPr>
        <p:spPr>
          <a:xfrm>
            <a:off x="6754225" y="1439850"/>
            <a:ext cx="1171200" cy="1171200"/>
          </a:xfrm>
          <a:prstGeom prst="arc">
            <a:avLst>
              <a:gd name="adj1" fmla="val 16200000"/>
              <a:gd name="adj2" fmla="val 1769282"/>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8"/>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solidFill>
                  <a:schemeClr val="accent2"/>
                </a:solidFill>
              </a:rPr>
              <a:t>Le Verdict : Notre Précision Face aux Géants (</a:t>
            </a:r>
            <a:r>
              <a:rPr lang="fr-FR" dirty="0" err="1">
                <a:solidFill>
                  <a:schemeClr val="accent2"/>
                </a:solidFill>
              </a:rPr>
              <a:t>SciPy</a:t>
            </a:r>
            <a:r>
              <a:rPr lang="fr-FR" dirty="0">
                <a:solidFill>
                  <a:schemeClr val="accent2"/>
                </a:solidFill>
              </a:rPr>
              <a:t>) !</a:t>
            </a:r>
            <a:endParaRPr dirty="0">
              <a:solidFill>
                <a:schemeClr val="accent2"/>
              </a:solidFill>
            </a:endParaRPr>
          </a:p>
        </p:txBody>
      </p:sp>
      <p:sp>
        <p:nvSpPr>
          <p:cNvPr id="2281" name="Google Shape;2281;p58"/>
          <p:cNvSpPr txBox="1">
            <a:spLocks noGrp="1"/>
          </p:cNvSpPr>
          <p:nvPr>
            <p:ph type="title" idx="3"/>
          </p:nvPr>
        </p:nvSpPr>
        <p:spPr>
          <a:xfrm>
            <a:off x="3359660" y="2672250"/>
            <a:ext cx="24246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err="1"/>
              <a:t>SciPy</a:t>
            </a:r>
            <a:r>
              <a:rPr lang="fr-FR" dirty="0"/>
              <a:t> </a:t>
            </a:r>
            <a:r>
              <a:rPr lang="el-GR" dirty="0"/>
              <a:t>σ 1​ </a:t>
            </a:r>
            <a:endParaRPr dirty="0"/>
          </a:p>
        </p:txBody>
      </p:sp>
      <p:sp>
        <p:nvSpPr>
          <p:cNvPr id="2282" name="Google Shape;2282;p58"/>
          <p:cNvSpPr txBox="1">
            <a:spLocks noGrp="1"/>
          </p:cNvSpPr>
          <p:nvPr>
            <p:ph type="title" idx="4"/>
          </p:nvPr>
        </p:nvSpPr>
        <p:spPr>
          <a:xfrm>
            <a:off x="2613210" y="4069242"/>
            <a:ext cx="4356757" cy="53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b="1" dirty="0"/>
              <a:t>Verdict : EXCELLENCE ABSOLUE !</a:t>
            </a:r>
            <a:endParaRPr sz="2000" b="1" dirty="0"/>
          </a:p>
        </p:txBody>
      </p:sp>
      <p:sp>
        <p:nvSpPr>
          <p:cNvPr id="2284" name="Google Shape;2284;p58"/>
          <p:cNvSpPr txBox="1">
            <a:spLocks noGrp="1"/>
          </p:cNvSpPr>
          <p:nvPr>
            <p:ph type="title" idx="6"/>
          </p:nvPr>
        </p:nvSpPr>
        <p:spPr>
          <a:xfrm>
            <a:off x="560923" y="2672250"/>
            <a:ext cx="24246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Notre </a:t>
            </a:r>
            <a:r>
              <a:rPr lang="el-GR" dirty="0"/>
              <a:t>σ 1​ </a:t>
            </a:r>
            <a:endParaRPr dirty="0"/>
          </a:p>
        </p:txBody>
      </p:sp>
      <p:sp>
        <p:nvSpPr>
          <p:cNvPr id="2285" name="Google Shape;2285;p58"/>
          <p:cNvSpPr txBox="1">
            <a:spLocks noGrp="1"/>
          </p:cNvSpPr>
          <p:nvPr>
            <p:ph type="title" idx="7"/>
          </p:nvPr>
        </p:nvSpPr>
        <p:spPr>
          <a:xfrm>
            <a:off x="560875" y="3127650"/>
            <a:ext cx="2424600" cy="75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0.346111291258</a:t>
            </a:r>
            <a:endParaRPr dirty="0"/>
          </a:p>
        </p:txBody>
      </p:sp>
      <p:sp>
        <p:nvSpPr>
          <p:cNvPr id="2287" name="Google Shape;2287;p58"/>
          <p:cNvSpPr txBox="1">
            <a:spLocks noGrp="1"/>
          </p:cNvSpPr>
          <p:nvPr>
            <p:ph type="title" idx="9"/>
          </p:nvPr>
        </p:nvSpPr>
        <p:spPr>
          <a:xfrm>
            <a:off x="6158372" y="2672250"/>
            <a:ext cx="2424600" cy="5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Erreur Relative</a:t>
            </a:r>
            <a:endParaRPr dirty="0"/>
          </a:p>
        </p:txBody>
      </p:sp>
      <p:sp>
        <p:nvSpPr>
          <p:cNvPr id="2288" name="Google Shape;2288;p58"/>
          <p:cNvSpPr txBox="1">
            <a:spLocks noGrp="1"/>
          </p:cNvSpPr>
          <p:nvPr>
            <p:ph type="title" idx="13"/>
          </p:nvPr>
        </p:nvSpPr>
        <p:spPr>
          <a:xfrm>
            <a:off x="6158437" y="3127650"/>
            <a:ext cx="2424600" cy="75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3.21 x 10⁻¹⁴ % !!!</a:t>
            </a:r>
            <a:endParaRPr dirty="0"/>
          </a:p>
        </p:txBody>
      </p:sp>
      <p:sp>
        <p:nvSpPr>
          <p:cNvPr id="2" name="Google Shape;2285;p58">
            <a:extLst>
              <a:ext uri="{FF2B5EF4-FFF2-40B4-BE49-F238E27FC236}">
                <a16:creationId xmlns:a16="http://schemas.microsoft.com/office/drawing/2014/main" id="{F8A60044-4497-8B8C-60F1-CA59C252C8EB}"/>
              </a:ext>
            </a:extLst>
          </p:cNvPr>
          <p:cNvSpPr txBox="1">
            <a:spLocks/>
          </p:cNvSpPr>
          <p:nvPr/>
        </p:nvSpPr>
        <p:spPr>
          <a:xfrm>
            <a:off x="3344200" y="3156642"/>
            <a:ext cx="2424600" cy="4282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1400"/>
              <a:buFont typeface="DM Sans"/>
              <a:buNone/>
              <a:defRPr sz="1400" b="0" i="0" u="none" strike="noStrike" cap="none">
                <a:solidFill>
                  <a:schemeClr val="dk2"/>
                </a:solidFill>
                <a:latin typeface="DM Sans"/>
                <a:ea typeface="DM Sans"/>
                <a:cs typeface="DM Sans"/>
                <a:sym typeface="DM Sans"/>
              </a:defRPr>
            </a:lvl1pPr>
            <a:lvl2pPr marR="0" lvl="1"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2pPr>
            <a:lvl3pPr marR="0" lvl="2"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3pPr>
            <a:lvl4pPr marR="0" lvl="3"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4pPr>
            <a:lvl5pPr marR="0" lvl="4"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5pPr>
            <a:lvl6pPr marR="0" lvl="5"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6pPr>
            <a:lvl7pPr marR="0" lvl="6"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7pPr>
            <a:lvl8pPr marR="0" lvl="7"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8pPr>
            <a:lvl9pPr marR="0" lvl="8" algn="ctr" rtl="0">
              <a:lnSpc>
                <a:spcPct val="100000"/>
              </a:lnSpc>
              <a:spcBef>
                <a:spcPts val="0"/>
              </a:spcBef>
              <a:spcAft>
                <a:spcPts val="0"/>
              </a:spcAft>
              <a:buClr>
                <a:schemeClr val="accent2"/>
              </a:buClr>
              <a:buSzPts val="1400"/>
              <a:buFont typeface="DM Sans"/>
              <a:buNone/>
              <a:defRPr sz="1400" b="0" i="0" u="none" strike="noStrike" cap="none">
                <a:solidFill>
                  <a:schemeClr val="accent2"/>
                </a:solidFill>
                <a:latin typeface="DM Sans"/>
                <a:ea typeface="DM Sans"/>
                <a:cs typeface="DM Sans"/>
                <a:sym typeface="DM Sans"/>
              </a:defRPr>
            </a:lvl9pPr>
          </a:lstStyle>
          <a:p>
            <a:r>
              <a:rPr lang="en"/>
              <a:t>0.346111291258</a:t>
            </a:r>
            <a:endParaRPr lang="en" dirty="0"/>
          </a:p>
        </p:txBody>
      </p:sp>
      <p:pic>
        <p:nvPicPr>
          <p:cNvPr id="4" name="Image 3">
            <a:extLst>
              <a:ext uri="{FF2B5EF4-FFF2-40B4-BE49-F238E27FC236}">
                <a16:creationId xmlns:a16="http://schemas.microsoft.com/office/drawing/2014/main" id="{26C342BB-9943-B598-9494-FC506A27CE89}"/>
              </a:ext>
            </a:extLst>
          </p:cNvPr>
          <p:cNvPicPr>
            <a:picLocks noChangeAspect="1"/>
          </p:cNvPicPr>
          <p:nvPr/>
        </p:nvPicPr>
        <p:blipFill>
          <a:blip r:embed="rId3">
            <a:duotone>
              <a:schemeClr val="accent2">
                <a:shade val="45000"/>
                <a:satMod val="135000"/>
              </a:schemeClr>
              <a:prstClr val="white"/>
            </a:duotone>
          </a:blip>
          <a:stretch>
            <a:fillRect/>
          </a:stretch>
        </p:blipFill>
        <p:spPr>
          <a:xfrm>
            <a:off x="1128102" y="1393342"/>
            <a:ext cx="1332000" cy="1332000"/>
          </a:xfrm>
          <a:prstGeom prst="rect">
            <a:avLst/>
          </a:prstGeom>
        </p:spPr>
      </p:pic>
      <p:pic>
        <p:nvPicPr>
          <p:cNvPr id="11" name="Image 10">
            <a:extLst>
              <a:ext uri="{FF2B5EF4-FFF2-40B4-BE49-F238E27FC236}">
                <a16:creationId xmlns:a16="http://schemas.microsoft.com/office/drawing/2014/main" id="{141FEE5F-8D4C-8742-9FF8-8C0D98C82C45}"/>
              </a:ext>
            </a:extLst>
          </p:cNvPr>
          <p:cNvPicPr>
            <a:picLocks noChangeAspect="1"/>
          </p:cNvPicPr>
          <p:nvPr/>
        </p:nvPicPr>
        <p:blipFill>
          <a:blip r:embed="rId3">
            <a:duotone>
              <a:schemeClr val="accent2">
                <a:shade val="45000"/>
                <a:satMod val="135000"/>
              </a:schemeClr>
              <a:prstClr val="white"/>
            </a:duotone>
          </a:blip>
          <a:stretch>
            <a:fillRect/>
          </a:stretch>
        </p:blipFill>
        <p:spPr>
          <a:xfrm>
            <a:off x="3909661" y="1393342"/>
            <a:ext cx="1332000" cy="1332000"/>
          </a:xfrm>
          <a:prstGeom prst="rect">
            <a:avLst/>
          </a:prstGeom>
        </p:spPr>
      </p:pic>
      <p:pic>
        <p:nvPicPr>
          <p:cNvPr id="12" name="Image 11">
            <a:extLst>
              <a:ext uri="{FF2B5EF4-FFF2-40B4-BE49-F238E27FC236}">
                <a16:creationId xmlns:a16="http://schemas.microsoft.com/office/drawing/2014/main" id="{6680F1F1-7CF3-685F-8D94-7EB93A2C317A}"/>
              </a:ext>
            </a:extLst>
          </p:cNvPr>
          <p:cNvPicPr>
            <a:picLocks noChangeAspect="1"/>
          </p:cNvPicPr>
          <p:nvPr/>
        </p:nvPicPr>
        <p:blipFill>
          <a:blip r:embed="rId3">
            <a:duotone>
              <a:schemeClr val="accent2">
                <a:shade val="45000"/>
                <a:satMod val="135000"/>
              </a:schemeClr>
              <a:prstClr val="white"/>
            </a:duotone>
          </a:blip>
          <a:stretch>
            <a:fillRect/>
          </a:stretch>
        </p:blipFill>
        <p:spPr>
          <a:xfrm>
            <a:off x="6624375" y="1393342"/>
            <a:ext cx="1332000" cy="133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38" name="Rectangle 37">
            <a:extLst>
              <a:ext uri="{FF2B5EF4-FFF2-40B4-BE49-F238E27FC236}">
                <a16:creationId xmlns:a16="http://schemas.microsoft.com/office/drawing/2014/main" id="{8865AF42-7D55-14EC-E6ED-745A9ABEDD10}"/>
              </a:ext>
            </a:extLst>
          </p:cNvPr>
          <p:cNvSpPr/>
          <p:nvPr/>
        </p:nvSpPr>
        <p:spPr>
          <a:xfrm>
            <a:off x="632311" y="1157591"/>
            <a:ext cx="7035098" cy="28015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5" name="Google Shape;1695;p36"/>
          <p:cNvSpPr txBox="1">
            <a:spLocks noGrp="1"/>
          </p:cNvSpPr>
          <p:nvPr>
            <p:ph type="title"/>
          </p:nvPr>
        </p:nvSpPr>
        <p:spPr>
          <a:xfrm>
            <a:off x="632311"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2400" dirty="0"/>
              <a:t>Extraction Thème Dominant : Que révèle la matrice ?</a:t>
            </a:r>
            <a:endParaRPr sz="2400" dirty="0"/>
          </a:p>
        </p:txBody>
      </p:sp>
      <p:sp>
        <p:nvSpPr>
          <p:cNvPr id="1697" name="Google Shape;1697;p36"/>
          <p:cNvSpPr txBox="1">
            <a:spLocks noGrp="1"/>
          </p:cNvSpPr>
          <p:nvPr>
            <p:ph type="title" idx="3"/>
          </p:nvPr>
        </p:nvSpPr>
        <p:spPr>
          <a:xfrm>
            <a:off x="1476591" y="1582900"/>
            <a:ext cx="1288356" cy="53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2400" dirty="0">
                <a:solidFill>
                  <a:schemeClr val="tx1"/>
                </a:solidFill>
              </a:rPr>
              <a:t>'la'  0.4671</a:t>
            </a:r>
            <a:endParaRPr sz="2400" dirty="0">
              <a:solidFill>
                <a:schemeClr val="tx1"/>
              </a:solidFill>
            </a:endParaRPr>
          </a:p>
        </p:txBody>
      </p:sp>
      <p:sp>
        <p:nvSpPr>
          <p:cNvPr id="1700" name="Google Shape;1700;p36"/>
          <p:cNvSpPr txBox="1">
            <a:spLocks noGrp="1"/>
          </p:cNvSpPr>
          <p:nvPr>
            <p:ph type="title" idx="6"/>
          </p:nvPr>
        </p:nvSpPr>
        <p:spPr>
          <a:xfrm>
            <a:off x="4190775" y="1635366"/>
            <a:ext cx="1110900" cy="531600"/>
          </a:xfrm>
          <a:prstGeom prst="rect">
            <a:avLst/>
          </a:prstGeom>
          <a:noFill/>
          <a:ln>
            <a:noFill/>
          </a:ln>
        </p:spPr>
        <p:txBody>
          <a:bodyPr spcFirstLastPara="1" wrap="square" lIns="91425" tIns="91425" rIns="91425" bIns="91425" anchor="b" anchorCtr="0">
            <a:noAutofit/>
          </a:bodyPr>
          <a:lstStyle/>
          <a:p>
            <a:r>
              <a:rPr lang="fr-FR" sz="2400" dirty="0">
                <a:solidFill>
                  <a:schemeClr val="tx1"/>
                </a:solidFill>
              </a:rPr>
              <a:t>'une’ </a:t>
            </a:r>
            <a:br>
              <a:rPr lang="fr-FR" sz="2400" dirty="0">
                <a:solidFill>
                  <a:schemeClr val="tx1"/>
                </a:solidFill>
              </a:rPr>
            </a:br>
            <a:r>
              <a:rPr lang="fr-FR" sz="2400" dirty="0">
                <a:solidFill>
                  <a:schemeClr val="tx1"/>
                </a:solidFill>
              </a:rPr>
              <a:t> 0.4473</a:t>
            </a:r>
            <a:endParaRPr sz="2400" dirty="0">
              <a:solidFill>
                <a:schemeClr val="tx1"/>
              </a:solidFill>
            </a:endParaRPr>
          </a:p>
        </p:txBody>
      </p:sp>
      <p:sp>
        <p:nvSpPr>
          <p:cNvPr id="1703" name="Google Shape;1703;p36"/>
          <p:cNvSpPr txBox="1">
            <a:spLocks noGrp="1"/>
          </p:cNvSpPr>
          <p:nvPr>
            <p:ph type="title" idx="9"/>
          </p:nvPr>
        </p:nvSpPr>
        <p:spPr>
          <a:xfrm>
            <a:off x="1476591" y="3175625"/>
            <a:ext cx="1288356" cy="531600"/>
          </a:xfrm>
          <a:prstGeom prst="rect">
            <a:avLst/>
          </a:prstGeom>
          <a:noFill/>
          <a:ln>
            <a:noFill/>
          </a:ln>
        </p:spPr>
        <p:txBody>
          <a:bodyPr spcFirstLastPara="1" wrap="square" lIns="91425" tIns="91425" rIns="91425" bIns="91425" anchor="b" anchorCtr="0">
            <a:noAutofit/>
          </a:bodyPr>
          <a:lstStyle/>
          <a:p>
            <a:r>
              <a:rPr lang="fr-FR" sz="2400" dirty="0">
                <a:solidFill>
                  <a:schemeClr val="tx1"/>
                </a:solidFill>
              </a:rPr>
              <a:t>'et’ </a:t>
            </a:r>
            <a:br>
              <a:rPr lang="fr-FR" sz="2400" dirty="0">
                <a:solidFill>
                  <a:schemeClr val="tx1"/>
                </a:solidFill>
              </a:rPr>
            </a:br>
            <a:r>
              <a:rPr lang="fr-FR" sz="2400" dirty="0">
                <a:solidFill>
                  <a:schemeClr val="tx1"/>
                </a:solidFill>
              </a:rPr>
              <a:t>0.2718</a:t>
            </a:r>
            <a:endParaRPr sz="2400" dirty="0">
              <a:solidFill>
                <a:schemeClr val="tx1"/>
              </a:solidFill>
            </a:endParaRPr>
          </a:p>
        </p:txBody>
      </p:sp>
      <p:sp>
        <p:nvSpPr>
          <p:cNvPr id="1706" name="Google Shape;1706;p36"/>
          <p:cNvSpPr txBox="1">
            <a:spLocks noGrp="1"/>
          </p:cNvSpPr>
          <p:nvPr>
            <p:ph type="title" idx="15"/>
          </p:nvPr>
        </p:nvSpPr>
        <p:spPr>
          <a:xfrm>
            <a:off x="4190775" y="3175625"/>
            <a:ext cx="1110900" cy="531600"/>
          </a:xfrm>
          <a:prstGeom prst="rect">
            <a:avLst/>
          </a:prstGeom>
          <a:noFill/>
          <a:ln>
            <a:noFill/>
          </a:ln>
        </p:spPr>
        <p:txBody>
          <a:bodyPr spcFirstLastPara="1" wrap="square" lIns="91425" tIns="91425" rIns="91425" bIns="91425" anchor="b" anchorCtr="0">
            <a:noAutofit/>
          </a:bodyPr>
          <a:lstStyle/>
          <a:p>
            <a:r>
              <a:rPr lang="fr-FR" sz="2400" dirty="0">
                <a:solidFill>
                  <a:schemeClr val="tx1"/>
                </a:solidFill>
              </a:rPr>
              <a:t>'l’’ </a:t>
            </a:r>
            <a:br>
              <a:rPr lang="fr-FR" sz="2400" dirty="0">
                <a:solidFill>
                  <a:schemeClr val="tx1"/>
                </a:solidFill>
              </a:rPr>
            </a:br>
            <a:r>
              <a:rPr lang="fr-FR" sz="2400" dirty="0">
                <a:solidFill>
                  <a:schemeClr val="tx1"/>
                </a:solidFill>
              </a:rPr>
              <a:t>0.2061</a:t>
            </a:r>
            <a:endParaRPr sz="2400" dirty="0">
              <a:solidFill>
                <a:schemeClr val="tx1"/>
              </a:solidFill>
            </a:endParaRPr>
          </a:p>
        </p:txBody>
      </p:sp>
      <p:sp>
        <p:nvSpPr>
          <p:cNvPr id="1709" name="Google Shape;1709;p36"/>
          <p:cNvSpPr txBox="1">
            <a:spLocks noGrp="1"/>
          </p:cNvSpPr>
          <p:nvPr>
            <p:ph type="title" idx="18"/>
          </p:nvPr>
        </p:nvSpPr>
        <p:spPr>
          <a:xfrm>
            <a:off x="6672221" y="1635366"/>
            <a:ext cx="1298408" cy="531600"/>
          </a:xfrm>
          <a:prstGeom prst="rect">
            <a:avLst/>
          </a:prstGeom>
          <a:noFill/>
          <a:ln>
            <a:noFill/>
          </a:ln>
        </p:spPr>
        <p:txBody>
          <a:bodyPr spcFirstLastPara="1" wrap="square" lIns="91425" tIns="91425" rIns="91425" bIns="91425" anchor="b" anchorCtr="0">
            <a:noAutofit/>
          </a:bodyPr>
          <a:lstStyle/>
          <a:p>
            <a:r>
              <a:rPr lang="fr-FR" sz="2400" dirty="0">
                <a:solidFill>
                  <a:schemeClr val="tx1"/>
                </a:solidFill>
              </a:rPr>
              <a:t>'des’ </a:t>
            </a:r>
            <a:br>
              <a:rPr lang="fr-FR" sz="2400" dirty="0">
                <a:solidFill>
                  <a:schemeClr val="tx1"/>
                </a:solidFill>
              </a:rPr>
            </a:br>
            <a:r>
              <a:rPr lang="fr-FR" sz="2400" dirty="0">
                <a:solidFill>
                  <a:schemeClr val="tx1"/>
                </a:solidFill>
              </a:rPr>
              <a:t>0.2865</a:t>
            </a:r>
            <a:endParaRPr sz="2400" dirty="0">
              <a:solidFill>
                <a:schemeClr val="tx1"/>
              </a:solidFill>
            </a:endParaRPr>
          </a:p>
        </p:txBody>
      </p:sp>
      <p:sp>
        <p:nvSpPr>
          <p:cNvPr id="1712" name="Google Shape;1712;p36"/>
          <p:cNvSpPr txBox="1">
            <a:spLocks noGrp="1"/>
          </p:cNvSpPr>
          <p:nvPr>
            <p:ph type="title" idx="21"/>
          </p:nvPr>
        </p:nvSpPr>
        <p:spPr>
          <a:xfrm>
            <a:off x="6672221" y="3166884"/>
            <a:ext cx="1220587" cy="531600"/>
          </a:xfrm>
          <a:prstGeom prst="rect">
            <a:avLst/>
          </a:prstGeom>
          <a:noFill/>
          <a:ln>
            <a:noFill/>
          </a:ln>
        </p:spPr>
        <p:txBody>
          <a:bodyPr spcFirstLastPara="1" wrap="square" lIns="91425" tIns="91425" rIns="91425" bIns="91425" anchor="b" anchorCtr="0">
            <a:noAutofit/>
          </a:bodyPr>
          <a:lstStyle/>
          <a:p>
            <a:r>
              <a:rPr lang="en" sz="2400">
                <a:solidFill>
                  <a:schemeClr val="tx1"/>
                </a:solidFill>
              </a:rPr>
              <a:t>….</a:t>
            </a:r>
            <a:r>
              <a:rPr lang="en" sz="2400" dirty="0">
                <a:solidFill>
                  <a:schemeClr val="tx1"/>
                </a:solidFill>
              </a:rPr>
              <a:t>.</a:t>
            </a:r>
            <a:endParaRPr sz="2400" dirty="0">
              <a:solidFill>
                <a:schemeClr val="tx1"/>
              </a:solidFill>
            </a:endParaRPr>
          </a:p>
        </p:txBody>
      </p:sp>
      <p:pic>
        <p:nvPicPr>
          <p:cNvPr id="15" name="Image 14">
            <a:extLst>
              <a:ext uri="{FF2B5EF4-FFF2-40B4-BE49-F238E27FC236}">
                <a16:creationId xmlns:a16="http://schemas.microsoft.com/office/drawing/2014/main" id="{C198D3FC-C864-7E4A-D42B-A62E9CE8725A}"/>
              </a:ext>
            </a:extLst>
          </p:cNvPr>
          <p:cNvPicPr>
            <a:picLocks noChangeAspect="1"/>
          </p:cNvPicPr>
          <p:nvPr/>
        </p:nvPicPr>
        <p:blipFill>
          <a:blip r:embed="rId3">
            <a:duotone>
              <a:schemeClr val="accent1">
                <a:shade val="45000"/>
                <a:satMod val="135000"/>
              </a:schemeClr>
              <a:prstClr val="white"/>
            </a:duotone>
          </a:blip>
          <a:stretch>
            <a:fillRect/>
          </a:stretch>
        </p:blipFill>
        <p:spPr>
          <a:xfrm>
            <a:off x="5685975" y="3072684"/>
            <a:ext cx="720000" cy="720000"/>
          </a:xfrm>
          <a:prstGeom prst="rect">
            <a:avLst/>
          </a:prstGeom>
        </p:spPr>
      </p:pic>
      <p:pic>
        <p:nvPicPr>
          <p:cNvPr id="17" name="Image 16">
            <a:extLst>
              <a:ext uri="{FF2B5EF4-FFF2-40B4-BE49-F238E27FC236}">
                <a16:creationId xmlns:a16="http://schemas.microsoft.com/office/drawing/2014/main" id="{1FBE71B8-8A1B-920B-0DA6-84A9EDC68AED}"/>
              </a:ext>
            </a:extLst>
          </p:cNvPr>
          <p:cNvPicPr>
            <a:picLocks noChangeAspect="1"/>
          </p:cNvPicPr>
          <p:nvPr/>
        </p:nvPicPr>
        <p:blipFill>
          <a:blip r:embed="rId4">
            <a:duotone>
              <a:schemeClr val="accent1">
                <a:shade val="45000"/>
                <a:satMod val="135000"/>
              </a:schemeClr>
              <a:prstClr val="white"/>
            </a:duotone>
          </a:blip>
          <a:stretch>
            <a:fillRect/>
          </a:stretch>
        </p:blipFill>
        <p:spPr>
          <a:xfrm>
            <a:off x="3470775" y="2987225"/>
            <a:ext cx="720000" cy="720000"/>
          </a:xfrm>
          <a:prstGeom prst="rect">
            <a:avLst/>
          </a:prstGeom>
        </p:spPr>
      </p:pic>
      <p:pic>
        <p:nvPicPr>
          <p:cNvPr id="19" name="Image 18">
            <a:extLst>
              <a:ext uri="{FF2B5EF4-FFF2-40B4-BE49-F238E27FC236}">
                <a16:creationId xmlns:a16="http://schemas.microsoft.com/office/drawing/2014/main" id="{A3F800A3-2A71-D9E9-9926-32C2EE2263AF}"/>
              </a:ext>
            </a:extLst>
          </p:cNvPr>
          <p:cNvPicPr>
            <a:picLocks noChangeAspect="1"/>
          </p:cNvPicPr>
          <p:nvPr/>
        </p:nvPicPr>
        <p:blipFill>
          <a:blip r:embed="rId5">
            <a:duotone>
              <a:schemeClr val="accent2">
                <a:shade val="45000"/>
                <a:satMod val="135000"/>
              </a:schemeClr>
              <a:prstClr val="white"/>
            </a:duotone>
          </a:blip>
          <a:stretch>
            <a:fillRect/>
          </a:stretch>
        </p:blipFill>
        <p:spPr>
          <a:xfrm>
            <a:off x="679119" y="2976535"/>
            <a:ext cx="720000" cy="720000"/>
          </a:xfrm>
          <a:prstGeom prst="rect">
            <a:avLst/>
          </a:prstGeom>
        </p:spPr>
      </p:pic>
      <p:pic>
        <p:nvPicPr>
          <p:cNvPr id="21" name="Image 20">
            <a:extLst>
              <a:ext uri="{FF2B5EF4-FFF2-40B4-BE49-F238E27FC236}">
                <a16:creationId xmlns:a16="http://schemas.microsoft.com/office/drawing/2014/main" id="{293E410C-D44A-4C08-8B16-EA5E28CF1C68}"/>
              </a:ext>
            </a:extLst>
          </p:cNvPr>
          <p:cNvPicPr>
            <a:picLocks noChangeAspect="1"/>
          </p:cNvPicPr>
          <p:nvPr/>
        </p:nvPicPr>
        <p:blipFill>
          <a:blip r:embed="rId6">
            <a:duotone>
              <a:schemeClr val="accent2">
                <a:shade val="45000"/>
                <a:satMod val="135000"/>
              </a:schemeClr>
              <a:prstClr val="white"/>
            </a:duotone>
          </a:blip>
          <a:stretch>
            <a:fillRect/>
          </a:stretch>
        </p:blipFill>
        <p:spPr>
          <a:xfrm>
            <a:off x="5685975" y="1446966"/>
            <a:ext cx="720000" cy="720000"/>
          </a:xfrm>
          <a:prstGeom prst="rect">
            <a:avLst/>
          </a:prstGeom>
        </p:spPr>
      </p:pic>
      <p:pic>
        <p:nvPicPr>
          <p:cNvPr id="23" name="Image 22">
            <a:extLst>
              <a:ext uri="{FF2B5EF4-FFF2-40B4-BE49-F238E27FC236}">
                <a16:creationId xmlns:a16="http://schemas.microsoft.com/office/drawing/2014/main" id="{2D5F6B91-F7C5-61C8-5D83-C002C371A763}"/>
              </a:ext>
            </a:extLst>
          </p:cNvPr>
          <p:cNvPicPr>
            <a:picLocks noChangeAspect="1"/>
          </p:cNvPicPr>
          <p:nvPr/>
        </p:nvPicPr>
        <p:blipFill>
          <a:blip r:embed="rId7">
            <a:duotone>
              <a:schemeClr val="accent1">
                <a:shade val="45000"/>
                <a:satMod val="135000"/>
              </a:schemeClr>
              <a:prstClr val="white"/>
            </a:duotone>
          </a:blip>
          <a:stretch>
            <a:fillRect/>
          </a:stretch>
        </p:blipFill>
        <p:spPr>
          <a:xfrm>
            <a:off x="3470775" y="1446966"/>
            <a:ext cx="720000" cy="720000"/>
          </a:xfrm>
          <a:prstGeom prst="rect">
            <a:avLst/>
          </a:prstGeom>
        </p:spPr>
      </p:pic>
      <p:pic>
        <p:nvPicPr>
          <p:cNvPr id="25" name="Image 24">
            <a:extLst>
              <a:ext uri="{FF2B5EF4-FFF2-40B4-BE49-F238E27FC236}">
                <a16:creationId xmlns:a16="http://schemas.microsoft.com/office/drawing/2014/main" id="{CF3020D3-6AFF-DEA6-EBD0-7915733BB31A}"/>
              </a:ext>
            </a:extLst>
          </p:cNvPr>
          <p:cNvPicPr>
            <a:picLocks noChangeAspect="1"/>
          </p:cNvPicPr>
          <p:nvPr/>
        </p:nvPicPr>
        <p:blipFill>
          <a:blip r:embed="rId8">
            <a:duotone>
              <a:schemeClr val="accent1">
                <a:shade val="45000"/>
                <a:satMod val="135000"/>
              </a:schemeClr>
              <a:prstClr val="white"/>
            </a:duotone>
          </a:blip>
          <a:stretch>
            <a:fillRect/>
          </a:stretch>
        </p:blipFill>
        <p:spPr>
          <a:xfrm>
            <a:off x="679119" y="1446966"/>
            <a:ext cx="720000" cy="7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6">
          <a:extLst>
            <a:ext uri="{FF2B5EF4-FFF2-40B4-BE49-F238E27FC236}">
              <a16:creationId xmlns:a16="http://schemas.microsoft.com/office/drawing/2014/main" id="{ED977E8C-01BB-18EB-2EEA-EA476C3E0870}"/>
            </a:ext>
          </a:extLst>
        </p:cNvPr>
        <p:cNvGrpSpPr/>
        <p:nvPr/>
      </p:nvGrpSpPr>
      <p:grpSpPr>
        <a:xfrm>
          <a:off x="0" y="0"/>
          <a:ext cx="0" cy="0"/>
          <a:chOff x="0" y="0"/>
          <a:chExt cx="0" cy="0"/>
        </a:xfrm>
      </p:grpSpPr>
      <p:grpSp>
        <p:nvGrpSpPr>
          <p:cNvPr id="1797" name="Google Shape;1797;p40">
            <a:extLst>
              <a:ext uri="{FF2B5EF4-FFF2-40B4-BE49-F238E27FC236}">
                <a16:creationId xmlns:a16="http://schemas.microsoft.com/office/drawing/2014/main" id="{D55D1AED-9AD4-A83B-BA5B-C261CE41AEFA}"/>
              </a:ext>
            </a:extLst>
          </p:cNvPr>
          <p:cNvGrpSpPr/>
          <p:nvPr/>
        </p:nvGrpSpPr>
        <p:grpSpPr>
          <a:xfrm rot="-6582615">
            <a:off x="7415405" y="-3699066"/>
            <a:ext cx="4373527" cy="4373487"/>
            <a:chOff x="2499100" y="1489300"/>
            <a:chExt cx="2736100" cy="2736075"/>
          </a:xfrm>
        </p:grpSpPr>
        <p:sp>
          <p:nvSpPr>
            <p:cNvPr id="1798" name="Google Shape;1798;p40">
              <a:extLst>
                <a:ext uri="{FF2B5EF4-FFF2-40B4-BE49-F238E27FC236}">
                  <a16:creationId xmlns:a16="http://schemas.microsoft.com/office/drawing/2014/main" id="{524B1A03-ED5D-FE4E-1FC9-B58206F47706}"/>
                </a:ext>
              </a:extLst>
            </p:cNvPr>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0">
              <a:extLst>
                <a:ext uri="{FF2B5EF4-FFF2-40B4-BE49-F238E27FC236}">
                  <a16:creationId xmlns:a16="http://schemas.microsoft.com/office/drawing/2014/main" id="{5A1E4295-CBF2-ED74-EB4F-ECBCB3621EA3}"/>
                </a:ext>
              </a:extLst>
            </p:cNvPr>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0">
              <a:extLst>
                <a:ext uri="{FF2B5EF4-FFF2-40B4-BE49-F238E27FC236}">
                  <a16:creationId xmlns:a16="http://schemas.microsoft.com/office/drawing/2014/main" id="{2215EF14-B61A-4931-C991-EBEF9014981A}"/>
                </a:ext>
              </a:extLst>
            </p:cNvPr>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0">
              <a:extLst>
                <a:ext uri="{FF2B5EF4-FFF2-40B4-BE49-F238E27FC236}">
                  <a16:creationId xmlns:a16="http://schemas.microsoft.com/office/drawing/2014/main" id="{E52E38EB-1BF2-1383-B6C2-EBAE4C3B3F33}"/>
                </a:ext>
              </a:extLst>
            </p:cNvPr>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0">
              <a:extLst>
                <a:ext uri="{FF2B5EF4-FFF2-40B4-BE49-F238E27FC236}">
                  <a16:creationId xmlns:a16="http://schemas.microsoft.com/office/drawing/2014/main" id="{5E6E0893-5231-09F3-9330-7EB3F3B2FF91}"/>
                </a:ext>
              </a:extLst>
            </p:cNvPr>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0">
              <a:extLst>
                <a:ext uri="{FF2B5EF4-FFF2-40B4-BE49-F238E27FC236}">
                  <a16:creationId xmlns:a16="http://schemas.microsoft.com/office/drawing/2014/main" id="{8123B7C3-2D4F-7408-2209-3D2C4BAB9A07}"/>
                </a:ext>
              </a:extLst>
            </p:cNvPr>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0">
              <a:extLst>
                <a:ext uri="{FF2B5EF4-FFF2-40B4-BE49-F238E27FC236}">
                  <a16:creationId xmlns:a16="http://schemas.microsoft.com/office/drawing/2014/main" id="{20A82E7A-1CD6-8B27-B5DD-83946184229B}"/>
                </a:ext>
              </a:extLst>
            </p:cNvPr>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0">
              <a:extLst>
                <a:ext uri="{FF2B5EF4-FFF2-40B4-BE49-F238E27FC236}">
                  <a16:creationId xmlns:a16="http://schemas.microsoft.com/office/drawing/2014/main" id="{8AC95D0E-9407-42E2-FDB0-4E88774B9D1A}"/>
                </a:ext>
              </a:extLst>
            </p:cNvPr>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0">
              <a:extLst>
                <a:ext uri="{FF2B5EF4-FFF2-40B4-BE49-F238E27FC236}">
                  <a16:creationId xmlns:a16="http://schemas.microsoft.com/office/drawing/2014/main" id="{51DF0778-6CBB-E17C-1F35-7543C841D074}"/>
                </a:ext>
              </a:extLst>
            </p:cNvPr>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0">
              <a:extLst>
                <a:ext uri="{FF2B5EF4-FFF2-40B4-BE49-F238E27FC236}">
                  <a16:creationId xmlns:a16="http://schemas.microsoft.com/office/drawing/2014/main" id="{BD8117A1-1CCF-1193-4991-AB8177B4E59E}"/>
                </a:ext>
              </a:extLst>
            </p:cNvPr>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0">
              <a:extLst>
                <a:ext uri="{FF2B5EF4-FFF2-40B4-BE49-F238E27FC236}">
                  <a16:creationId xmlns:a16="http://schemas.microsoft.com/office/drawing/2014/main" id="{C7564C13-42F3-CF72-B6EE-5C7B58365B85}"/>
                </a:ext>
              </a:extLst>
            </p:cNvPr>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0">
              <a:extLst>
                <a:ext uri="{FF2B5EF4-FFF2-40B4-BE49-F238E27FC236}">
                  <a16:creationId xmlns:a16="http://schemas.microsoft.com/office/drawing/2014/main" id="{D196DB0B-2A7E-DF55-234A-D73BA62248B7}"/>
                </a:ext>
              </a:extLst>
            </p:cNvPr>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0">
              <a:extLst>
                <a:ext uri="{FF2B5EF4-FFF2-40B4-BE49-F238E27FC236}">
                  <a16:creationId xmlns:a16="http://schemas.microsoft.com/office/drawing/2014/main" id="{A5E4EB9C-368C-753D-96A5-9670B95E9289}"/>
                </a:ext>
              </a:extLst>
            </p:cNvPr>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0">
              <a:extLst>
                <a:ext uri="{FF2B5EF4-FFF2-40B4-BE49-F238E27FC236}">
                  <a16:creationId xmlns:a16="http://schemas.microsoft.com/office/drawing/2014/main" id="{F4D12925-AA9F-465E-D1AA-FA895379ED19}"/>
                </a:ext>
              </a:extLst>
            </p:cNvPr>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0">
              <a:extLst>
                <a:ext uri="{FF2B5EF4-FFF2-40B4-BE49-F238E27FC236}">
                  <a16:creationId xmlns:a16="http://schemas.microsoft.com/office/drawing/2014/main" id="{7F3D4335-B250-111D-9C61-E6F45574D212}"/>
                </a:ext>
              </a:extLst>
            </p:cNvPr>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0">
              <a:extLst>
                <a:ext uri="{FF2B5EF4-FFF2-40B4-BE49-F238E27FC236}">
                  <a16:creationId xmlns:a16="http://schemas.microsoft.com/office/drawing/2014/main" id="{0021E037-B3DD-857A-F2B8-79B51DCE6B21}"/>
                </a:ext>
              </a:extLst>
            </p:cNvPr>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0">
              <a:extLst>
                <a:ext uri="{FF2B5EF4-FFF2-40B4-BE49-F238E27FC236}">
                  <a16:creationId xmlns:a16="http://schemas.microsoft.com/office/drawing/2014/main" id="{4B2A3448-9CDD-2DC3-E8AA-E3E0621DD48C}"/>
                </a:ext>
              </a:extLst>
            </p:cNvPr>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0">
              <a:extLst>
                <a:ext uri="{FF2B5EF4-FFF2-40B4-BE49-F238E27FC236}">
                  <a16:creationId xmlns:a16="http://schemas.microsoft.com/office/drawing/2014/main" id="{6A1A4F9F-38A7-8CB5-53CD-A4BAF0BD2AB8}"/>
                </a:ext>
              </a:extLst>
            </p:cNvPr>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0">
              <a:extLst>
                <a:ext uri="{FF2B5EF4-FFF2-40B4-BE49-F238E27FC236}">
                  <a16:creationId xmlns:a16="http://schemas.microsoft.com/office/drawing/2014/main" id="{181D681C-22F4-2D3A-5C38-4910A53BC931}"/>
                </a:ext>
              </a:extLst>
            </p:cNvPr>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0">
              <a:extLst>
                <a:ext uri="{FF2B5EF4-FFF2-40B4-BE49-F238E27FC236}">
                  <a16:creationId xmlns:a16="http://schemas.microsoft.com/office/drawing/2014/main" id="{2A212E97-302C-FC7F-B29B-BF6835FA7B7D}"/>
                </a:ext>
              </a:extLst>
            </p:cNvPr>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0">
              <a:extLst>
                <a:ext uri="{FF2B5EF4-FFF2-40B4-BE49-F238E27FC236}">
                  <a16:creationId xmlns:a16="http://schemas.microsoft.com/office/drawing/2014/main" id="{8277F52F-9612-B465-D3D6-721D525883D8}"/>
                </a:ext>
              </a:extLst>
            </p:cNvPr>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0">
              <a:extLst>
                <a:ext uri="{FF2B5EF4-FFF2-40B4-BE49-F238E27FC236}">
                  <a16:creationId xmlns:a16="http://schemas.microsoft.com/office/drawing/2014/main" id="{694BFE26-2C96-3017-6E9D-CAAD8ACFF644}"/>
                </a:ext>
              </a:extLst>
            </p:cNvPr>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0">
              <a:extLst>
                <a:ext uri="{FF2B5EF4-FFF2-40B4-BE49-F238E27FC236}">
                  <a16:creationId xmlns:a16="http://schemas.microsoft.com/office/drawing/2014/main" id="{AF85304C-47D1-B377-1EF4-DB304A90767A}"/>
                </a:ext>
              </a:extLst>
            </p:cNvPr>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0">
              <a:extLst>
                <a:ext uri="{FF2B5EF4-FFF2-40B4-BE49-F238E27FC236}">
                  <a16:creationId xmlns:a16="http://schemas.microsoft.com/office/drawing/2014/main" id="{57CF2D82-8163-BC5E-DC67-080A3B070876}"/>
                </a:ext>
              </a:extLst>
            </p:cNvPr>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0">
              <a:extLst>
                <a:ext uri="{FF2B5EF4-FFF2-40B4-BE49-F238E27FC236}">
                  <a16:creationId xmlns:a16="http://schemas.microsoft.com/office/drawing/2014/main" id="{33B3F9C6-61E1-7EC9-05C5-EAA22D311C6F}"/>
                </a:ext>
              </a:extLst>
            </p:cNvPr>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0">
              <a:extLst>
                <a:ext uri="{FF2B5EF4-FFF2-40B4-BE49-F238E27FC236}">
                  <a16:creationId xmlns:a16="http://schemas.microsoft.com/office/drawing/2014/main" id="{801850A1-EC7C-CB28-420D-17AC01E78362}"/>
                </a:ext>
              </a:extLst>
            </p:cNvPr>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0">
              <a:extLst>
                <a:ext uri="{FF2B5EF4-FFF2-40B4-BE49-F238E27FC236}">
                  <a16:creationId xmlns:a16="http://schemas.microsoft.com/office/drawing/2014/main" id="{393B4C9A-761E-7764-8182-A2C16D828249}"/>
                </a:ext>
              </a:extLst>
            </p:cNvPr>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0">
              <a:extLst>
                <a:ext uri="{FF2B5EF4-FFF2-40B4-BE49-F238E27FC236}">
                  <a16:creationId xmlns:a16="http://schemas.microsoft.com/office/drawing/2014/main" id="{A26227B5-4DFB-18E3-2050-00AA62D820E8}"/>
                </a:ext>
              </a:extLst>
            </p:cNvPr>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6" name="Google Shape;1826;p40">
            <a:extLst>
              <a:ext uri="{FF2B5EF4-FFF2-40B4-BE49-F238E27FC236}">
                <a16:creationId xmlns:a16="http://schemas.microsoft.com/office/drawing/2014/main" id="{FD1ADC39-CB11-526A-F9D6-7BB8249D9A0D}"/>
              </a:ext>
            </a:extLst>
          </p:cNvPr>
          <p:cNvGrpSpPr/>
          <p:nvPr/>
        </p:nvGrpSpPr>
        <p:grpSpPr>
          <a:xfrm rot="-6478757">
            <a:off x="-3119485" y="4296289"/>
            <a:ext cx="4373534" cy="4373494"/>
            <a:chOff x="2499100" y="1489300"/>
            <a:chExt cx="2736100" cy="2736075"/>
          </a:xfrm>
        </p:grpSpPr>
        <p:sp>
          <p:nvSpPr>
            <p:cNvPr id="1827" name="Google Shape;1827;p40">
              <a:extLst>
                <a:ext uri="{FF2B5EF4-FFF2-40B4-BE49-F238E27FC236}">
                  <a16:creationId xmlns:a16="http://schemas.microsoft.com/office/drawing/2014/main" id="{446F8332-9DB2-5D51-6DE6-7A75C81B6926}"/>
                </a:ext>
              </a:extLst>
            </p:cNvPr>
            <p:cNvSpPr/>
            <p:nvPr/>
          </p:nvSpPr>
          <p:spPr>
            <a:xfrm>
              <a:off x="2499100" y="156640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0">
              <a:extLst>
                <a:ext uri="{FF2B5EF4-FFF2-40B4-BE49-F238E27FC236}">
                  <a16:creationId xmlns:a16="http://schemas.microsoft.com/office/drawing/2014/main" id="{50C1192D-80CE-813A-8FB0-53606BA98538}"/>
                </a:ext>
              </a:extLst>
            </p:cNvPr>
            <p:cNvSpPr/>
            <p:nvPr/>
          </p:nvSpPr>
          <p:spPr>
            <a:xfrm>
              <a:off x="2499100" y="17649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0">
              <a:extLst>
                <a:ext uri="{FF2B5EF4-FFF2-40B4-BE49-F238E27FC236}">
                  <a16:creationId xmlns:a16="http://schemas.microsoft.com/office/drawing/2014/main" id="{7F79F062-E1C2-02C0-737C-174FC4C1FA6A}"/>
                </a:ext>
              </a:extLst>
            </p:cNvPr>
            <p:cNvSpPr/>
            <p:nvPr/>
          </p:nvSpPr>
          <p:spPr>
            <a:xfrm>
              <a:off x="2499100" y="19634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0">
              <a:extLst>
                <a:ext uri="{FF2B5EF4-FFF2-40B4-BE49-F238E27FC236}">
                  <a16:creationId xmlns:a16="http://schemas.microsoft.com/office/drawing/2014/main" id="{5AF1F3BC-9355-C25F-8D65-1EBB1280574B}"/>
                </a:ext>
              </a:extLst>
            </p:cNvPr>
            <p:cNvSpPr/>
            <p:nvPr/>
          </p:nvSpPr>
          <p:spPr>
            <a:xfrm>
              <a:off x="2499100" y="21623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0">
              <a:extLst>
                <a:ext uri="{FF2B5EF4-FFF2-40B4-BE49-F238E27FC236}">
                  <a16:creationId xmlns:a16="http://schemas.microsoft.com/office/drawing/2014/main" id="{3C151EB7-C398-9CE0-B029-0EA730531EA1}"/>
                </a:ext>
              </a:extLst>
            </p:cNvPr>
            <p:cNvSpPr/>
            <p:nvPr/>
          </p:nvSpPr>
          <p:spPr>
            <a:xfrm>
              <a:off x="2499100" y="255937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0">
              <a:extLst>
                <a:ext uri="{FF2B5EF4-FFF2-40B4-BE49-F238E27FC236}">
                  <a16:creationId xmlns:a16="http://schemas.microsoft.com/office/drawing/2014/main" id="{FF063EFB-87F3-7440-8DFD-48352537B0E0}"/>
                </a:ext>
              </a:extLst>
            </p:cNvPr>
            <p:cNvSpPr/>
            <p:nvPr/>
          </p:nvSpPr>
          <p:spPr>
            <a:xfrm>
              <a:off x="2499100" y="236082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0">
              <a:extLst>
                <a:ext uri="{FF2B5EF4-FFF2-40B4-BE49-F238E27FC236}">
                  <a16:creationId xmlns:a16="http://schemas.microsoft.com/office/drawing/2014/main" id="{0F2A44E3-5049-816C-118A-8EB492CCAA41}"/>
                </a:ext>
              </a:extLst>
            </p:cNvPr>
            <p:cNvSpPr/>
            <p:nvPr/>
          </p:nvSpPr>
          <p:spPr>
            <a:xfrm>
              <a:off x="2499100" y="275790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0">
              <a:extLst>
                <a:ext uri="{FF2B5EF4-FFF2-40B4-BE49-F238E27FC236}">
                  <a16:creationId xmlns:a16="http://schemas.microsoft.com/office/drawing/2014/main" id="{EB692B32-155E-608E-F81C-48227710DFE8}"/>
                </a:ext>
              </a:extLst>
            </p:cNvPr>
            <p:cNvSpPr/>
            <p:nvPr/>
          </p:nvSpPr>
          <p:spPr>
            <a:xfrm>
              <a:off x="2499100" y="29567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0">
              <a:extLst>
                <a:ext uri="{FF2B5EF4-FFF2-40B4-BE49-F238E27FC236}">
                  <a16:creationId xmlns:a16="http://schemas.microsoft.com/office/drawing/2014/main" id="{1AB48A1C-AFD5-B5F0-3676-6D1C77346C88}"/>
                </a:ext>
              </a:extLst>
            </p:cNvPr>
            <p:cNvSpPr/>
            <p:nvPr/>
          </p:nvSpPr>
          <p:spPr>
            <a:xfrm>
              <a:off x="2499100" y="31552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0">
              <a:extLst>
                <a:ext uri="{FF2B5EF4-FFF2-40B4-BE49-F238E27FC236}">
                  <a16:creationId xmlns:a16="http://schemas.microsoft.com/office/drawing/2014/main" id="{70D05B08-2374-0855-C706-88482E9A9134}"/>
                </a:ext>
              </a:extLst>
            </p:cNvPr>
            <p:cNvSpPr/>
            <p:nvPr/>
          </p:nvSpPr>
          <p:spPr>
            <a:xfrm>
              <a:off x="2499100" y="33538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0">
              <a:extLst>
                <a:ext uri="{FF2B5EF4-FFF2-40B4-BE49-F238E27FC236}">
                  <a16:creationId xmlns:a16="http://schemas.microsoft.com/office/drawing/2014/main" id="{02EA1194-1728-AAAF-09A8-74DC0585094D}"/>
                </a:ext>
              </a:extLst>
            </p:cNvPr>
            <p:cNvSpPr/>
            <p:nvPr/>
          </p:nvSpPr>
          <p:spPr>
            <a:xfrm>
              <a:off x="2499100" y="3552650"/>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0">
              <a:extLst>
                <a:ext uri="{FF2B5EF4-FFF2-40B4-BE49-F238E27FC236}">
                  <a16:creationId xmlns:a16="http://schemas.microsoft.com/office/drawing/2014/main" id="{328244C5-275F-D21A-F321-B0EC71632466}"/>
                </a:ext>
              </a:extLst>
            </p:cNvPr>
            <p:cNvSpPr/>
            <p:nvPr/>
          </p:nvSpPr>
          <p:spPr>
            <a:xfrm>
              <a:off x="2499100" y="3751175"/>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0">
              <a:extLst>
                <a:ext uri="{FF2B5EF4-FFF2-40B4-BE49-F238E27FC236}">
                  <a16:creationId xmlns:a16="http://schemas.microsoft.com/office/drawing/2014/main" id="{ED04E7C8-7F29-C03E-BD6F-7F710BA049BF}"/>
                </a:ext>
              </a:extLst>
            </p:cNvPr>
            <p:cNvSpPr/>
            <p:nvPr/>
          </p:nvSpPr>
          <p:spPr>
            <a:xfrm>
              <a:off x="2499100" y="3949725"/>
              <a:ext cx="2736100" cy="25"/>
            </a:xfrm>
            <a:custGeom>
              <a:avLst/>
              <a:gdLst/>
              <a:ahLst/>
              <a:cxnLst/>
              <a:rect l="l" t="t" r="r" b="b"/>
              <a:pathLst>
                <a:path w="109444" h="1" fill="none" extrusionOk="0">
                  <a:moveTo>
                    <a:pt x="109443" y="0"/>
                  </a:moveTo>
                  <a:lnTo>
                    <a:pt x="1" y="0"/>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0">
              <a:extLst>
                <a:ext uri="{FF2B5EF4-FFF2-40B4-BE49-F238E27FC236}">
                  <a16:creationId xmlns:a16="http://schemas.microsoft.com/office/drawing/2014/main" id="{81186A29-B417-ED69-73F3-859DE78241EA}"/>
                </a:ext>
              </a:extLst>
            </p:cNvPr>
            <p:cNvSpPr/>
            <p:nvPr/>
          </p:nvSpPr>
          <p:spPr>
            <a:xfrm>
              <a:off x="2499100" y="4148550"/>
              <a:ext cx="2736100" cy="25"/>
            </a:xfrm>
            <a:custGeom>
              <a:avLst/>
              <a:gdLst/>
              <a:ahLst/>
              <a:cxnLst/>
              <a:rect l="l" t="t" r="r" b="b"/>
              <a:pathLst>
                <a:path w="109444" h="1" fill="none" extrusionOk="0">
                  <a:moveTo>
                    <a:pt x="109443" y="1"/>
                  </a:moveTo>
                  <a:lnTo>
                    <a:pt x="1" y="1"/>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0">
              <a:extLst>
                <a:ext uri="{FF2B5EF4-FFF2-40B4-BE49-F238E27FC236}">
                  <a16:creationId xmlns:a16="http://schemas.microsoft.com/office/drawing/2014/main" id="{F12D1915-DB83-9A13-3ABD-249768547B4C}"/>
                </a:ext>
              </a:extLst>
            </p:cNvPr>
            <p:cNvSpPr/>
            <p:nvPr/>
          </p:nvSpPr>
          <p:spPr>
            <a:xfrm>
              <a:off x="25759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0">
              <a:extLst>
                <a:ext uri="{FF2B5EF4-FFF2-40B4-BE49-F238E27FC236}">
                  <a16:creationId xmlns:a16="http://schemas.microsoft.com/office/drawing/2014/main" id="{314A68D3-8E5C-792A-141D-60AA6FE7D8CF}"/>
                </a:ext>
              </a:extLst>
            </p:cNvPr>
            <p:cNvSpPr/>
            <p:nvPr/>
          </p:nvSpPr>
          <p:spPr>
            <a:xfrm>
              <a:off x="27744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0">
              <a:extLst>
                <a:ext uri="{FF2B5EF4-FFF2-40B4-BE49-F238E27FC236}">
                  <a16:creationId xmlns:a16="http://schemas.microsoft.com/office/drawing/2014/main" id="{16205DC9-1478-5A8F-D65E-D874FED7AF44}"/>
                </a:ext>
              </a:extLst>
            </p:cNvPr>
            <p:cNvSpPr/>
            <p:nvPr/>
          </p:nvSpPr>
          <p:spPr>
            <a:xfrm>
              <a:off x="29732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0">
              <a:extLst>
                <a:ext uri="{FF2B5EF4-FFF2-40B4-BE49-F238E27FC236}">
                  <a16:creationId xmlns:a16="http://schemas.microsoft.com/office/drawing/2014/main" id="{C28391B7-B1EB-EACC-09E0-938313126E72}"/>
                </a:ext>
              </a:extLst>
            </p:cNvPr>
            <p:cNvSpPr/>
            <p:nvPr/>
          </p:nvSpPr>
          <p:spPr>
            <a:xfrm>
              <a:off x="3171825" y="1489300"/>
              <a:ext cx="0" cy="2736075"/>
            </a:xfrm>
            <a:custGeom>
              <a:avLst/>
              <a:gdLst/>
              <a:ahLst/>
              <a:cxnLst/>
              <a:rect l="l" t="t" r="r" b="b"/>
              <a:pathLst>
                <a:path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0">
              <a:extLst>
                <a:ext uri="{FF2B5EF4-FFF2-40B4-BE49-F238E27FC236}">
                  <a16:creationId xmlns:a16="http://schemas.microsoft.com/office/drawing/2014/main" id="{36F96FBA-EE51-84B1-3630-270537EBFB4B}"/>
                </a:ext>
              </a:extLst>
            </p:cNvPr>
            <p:cNvSpPr/>
            <p:nvPr/>
          </p:nvSpPr>
          <p:spPr>
            <a:xfrm>
              <a:off x="356887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0">
              <a:extLst>
                <a:ext uri="{FF2B5EF4-FFF2-40B4-BE49-F238E27FC236}">
                  <a16:creationId xmlns:a16="http://schemas.microsoft.com/office/drawing/2014/main" id="{6D15B5EE-6CD7-BE52-2DA9-B01F3D2C7628}"/>
                </a:ext>
              </a:extLst>
            </p:cNvPr>
            <p:cNvSpPr/>
            <p:nvPr/>
          </p:nvSpPr>
          <p:spPr>
            <a:xfrm>
              <a:off x="337035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0">
              <a:extLst>
                <a:ext uri="{FF2B5EF4-FFF2-40B4-BE49-F238E27FC236}">
                  <a16:creationId xmlns:a16="http://schemas.microsoft.com/office/drawing/2014/main" id="{B951FD51-CA8F-473D-0395-624C9E1D7C24}"/>
                </a:ext>
              </a:extLst>
            </p:cNvPr>
            <p:cNvSpPr/>
            <p:nvPr/>
          </p:nvSpPr>
          <p:spPr>
            <a:xfrm>
              <a:off x="376772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0">
              <a:extLst>
                <a:ext uri="{FF2B5EF4-FFF2-40B4-BE49-F238E27FC236}">
                  <a16:creationId xmlns:a16="http://schemas.microsoft.com/office/drawing/2014/main" id="{6E357D9C-9462-50EF-BEEF-F79478A4B888}"/>
                </a:ext>
              </a:extLst>
            </p:cNvPr>
            <p:cNvSpPr/>
            <p:nvPr/>
          </p:nvSpPr>
          <p:spPr>
            <a:xfrm>
              <a:off x="396625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0">
              <a:extLst>
                <a:ext uri="{FF2B5EF4-FFF2-40B4-BE49-F238E27FC236}">
                  <a16:creationId xmlns:a16="http://schemas.microsoft.com/office/drawing/2014/main" id="{9B2D33AF-9D09-DA8C-6172-1B482CBFFD09}"/>
                </a:ext>
              </a:extLst>
            </p:cNvPr>
            <p:cNvSpPr/>
            <p:nvPr/>
          </p:nvSpPr>
          <p:spPr>
            <a:xfrm>
              <a:off x="4165100"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0">
              <a:extLst>
                <a:ext uri="{FF2B5EF4-FFF2-40B4-BE49-F238E27FC236}">
                  <a16:creationId xmlns:a16="http://schemas.microsoft.com/office/drawing/2014/main" id="{E58CF72C-0D1A-A0AF-7F67-A793BF3A49DB}"/>
                </a:ext>
              </a:extLst>
            </p:cNvPr>
            <p:cNvSpPr/>
            <p:nvPr/>
          </p:nvSpPr>
          <p:spPr>
            <a:xfrm>
              <a:off x="43636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0">
              <a:extLst>
                <a:ext uri="{FF2B5EF4-FFF2-40B4-BE49-F238E27FC236}">
                  <a16:creationId xmlns:a16="http://schemas.microsoft.com/office/drawing/2014/main" id="{11DFF11D-210B-5B38-BEEE-C407ADD67A4B}"/>
                </a:ext>
              </a:extLst>
            </p:cNvPr>
            <p:cNvSpPr/>
            <p:nvPr/>
          </p:nvSpPr>
          <p:spPr>
            <a:xfrm>
              <a:off x="45621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0">
              <a:extLst>
                <a:ext uri="{FF2B5EF4-FFF2-40B4-BE49-F238E27FC236}">
                  <a16:creationId xmlns:a16="http://schemas.microsoft.com/office/drawing/2014/main" id="{19393E30-130A-D28E-9717-99E659EC0B31}"/>
                </a:ext>
              </a:extLst>
            </p:cNvPr>
            <p:cNvSpPr/>
            <p:nvPr/>
          </p:nvSpPr>
          <p:spPr>
            <a:xfrm>
              <a:off x="4760700"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0">
              <a:extLst>
                <a:ext uri="{FF2B5EF4-FFF2-40B4-BE49-F238E27FC236}">
                  <a16:creationId xmlns:a16="http://schemas.microsoft.com/office/drawing/2014/main" id="{7117ACC4-4855-7EDA-1083-068203014D14}"/>
                </a:ext>
              </a:extLst>
            </p:cNvPr>
            <p:cNvSpPr/>
            <p:nvPr/>
          </p:nvSpPr>
          <p:spPr>
            <a:xfrm>
              <a:off x="4959525" y="1489300"/>
              <a:ext cx="25" cy="2736075"/>
            </a:xfrm>
            <a:custGeom>
              <a:avLst/>
              <a:gdLst/>
              <a:ahLst/>
              <a:cxnLst/>
              <a:rect l="l" t="t" r="r" b="b"/>
              <a:pathLst>
                <a:path w="1" h="109443" fill="none" extrusionOk="0">
                  <a:moveTo>
                    <a:pt x="1" y="1"/>
                  </a:moveTo>
                  <a:lnTo>
                    <a:pt x="1"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0">
              <a:extLst>
                <a:ext uri="{FF2B5EF4-FFF2-40B4-BE49-F238E27FC236}">
                  <a16:creationId xmlns:a16="http://schemas.microsoft.com/office/drawing/2014/main" id="{6419904C-5D42-4363-8310-C6E31759108B}"/>
                </a:ext>
              </a:extLst>
            </p:cNvPr>
            <p:cNvSpPr/>
            <p:nvPr/>
          </p:nvSpPr>
          <p:spPr>
            <a:xfrm>
              <a:off x="5158075" y="1489300"/>
              <a:ext cx="25" cy="2736075"/>
            </a:xfrm>
            <a:custGeom>
              <a:avLst/>
              <a:gdLst/>
              <a:ahLst/>
              <a:cxnLst/>
              <a:rect l="l" t="t" r="r" b="b"/>
              <a:pathLst>
                <a:path w="1" h="109443" fill="none" extrusionOk="0">
                  <a:moveTo>
                    <a:pt x="0" y="1"/>
                  </a:moveTo>
                  <a:lnTo>
                    <a:pt x="0" y="109443"/>
                  </a:lnTo>
                </a:path>
              </a:pathLst>
            </a:custGeom>
            <a:noFill/>
            <a:ln w="19050" cap="flat" cmpd="sng">
              <a:solidFill>
                <a:schemeClr val="accent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5" name="Google Shape;1855;p40">
            <a:extLst>
              <a:ext uri="{FF2B5EF4-FFF2-40B4-BE49-F238E27FC236}">
                <a16:creationId xmlns:a16="http://schemas.microsoft.com/office/drawing/2014/main" id="{BCB91F23-A151-EEBE-CFA8-FE22688D9139}"/>
              </a:ext>
            </a:extLst>
          </p:cNvPr>
          <p:cNvSpPr txBox="1">
            <a:spLocks noGrp="1"/>
          </p:cNvSpPr>
          <p:nvPr>
            <p:ph type="title"/>
          </p:nvPr>
        </p:nvSpPr>
        <p:spPr>
          <a:xfrm>
            <a:off x="758775" y="389343"/>
            <a:ext cx="7626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Projection des documents</a:t>
            </a:r>
            <a:endParaRPr dirty="0"/>
          </a:p>
        </p:txBody>
      </p:sp>
      <p:sp>
        <p:nvSpPr>
          <p:cNvPr id="1868" name="Google Shape;1868;p40">
            <a:extLst>
              <a:ext uri="{FF2B5EF4-FFF2-40B4-BE49-F238E27FC236}">
                <a16:creationId xmlns:a16="http://schemas.microsoft.com/office/drawing/2014/main" id="{3BF58C5E-CA84-8143-E700-5AF2C98AE742}"/>
              </a:ext>
            </a:extLst>
          </p:cNvPr>
          <p:cNvSpPr/>
          <p:nvPr/>
        </p:nvSpPr>
        <p:spPr>
          <a:xfrm>
            <a:off x="-1271369" y="4295999"/>
            <a:ext cx="2525493" cy="2525501"/>
          </a:xfrm>
          <a:custGeom>
            <a:avLst/>
            <a:gdLst/>
            <a:ahLst/>
            <a:cxnLst/>
            <a:rect l="l" t="t" r="r" b="b"/>
            <a:pathLst>
              <a:path w="21720" h="21721" extrusionOk="0">
                <a:moveTo>
                  <a:pt x="3125" y="3793"/>
                </a:moveTo>
                <a:cubicBezTo>
                  <a:pt x="3169" y="3793"/>
                  <a:pt x="3213" y="3809"/>
                  <a:pt x="3251" y="3839"/>
                </a:cubicBezTo>
                <a:cubicBezTo>
                  <a:pt x="3327" y="3907"/>
                  <a:pt x="3330" y="4025"/>
                  <a:pt x="3265" y="4102"/>
                </a:cubicBezTo>
                <a:cubicBezTo>
                  <a:pt x="2338" y="5128"/>
                  <a:pt x="1634" y="6366"/>
                  <a:pt x="1229" y="7681"/>
                </a:cubicBezTo>
                <a:cubicBezTo>
                  <a:pt x="1200" y="7766"/>
                  <a:pt x="1126" y="7814"/>
                  <a:pt x="1049" y="7814"/>
                </a:cubicBezTo>
                <a:cubicBezTo>
                  <a:pt x="1028" y="7814"/>
                  <a:pt x="1011" y="7811"/>
                  <a:pt x="993" y="7808"/>
                </a:cubicBezTo>
                <a:cubicBezTo>
                  <a:pt x="895" y="7778"/>
                  <a:pt x="842" y="7675"/>
                  <a:pt x="872" y="7574"/>
                </a:cubicBezTo>
                <a:cubicBezTo>
                  <a:pt x="1291" y="6206"/>
                  <a:pt x="2024" y="4921"/>
                  <a:pt x="2988" y="3854"/>
                </a:cubicBezTo>
                <a:cubicBezTo>
                  <a:pt x="3025" y="3813"/>
                  <a:pt x="3075" y="3793"/>
                  <a:pt x="3125" y="3793"/>
                </a:cubicBezTo>
                <a:close/>
                <a:moveTo>
                  <a:pt x="17580" y="16812"/>
                </a:moveTo>
                <a:cubicBezTo>
                  <a:pt x="17627" y="16812"/>
                  <a:pt x="17673" y="16829"/>
                  <a:pt x="17710" y="16862"/>
                </a:cubicBezTo>
                <a:cubicBezTo>
                  <a:pt x="17781" y="16942"/>
                  <a:pt x="17784" y="17057"/>
                  <a:pt x="17716" y="17131"/>
                </a:cubicBezTo>
                <a:cubicBezTo>
                  <a:pt x="16977" y="17888"/>
                  <a:pt x="16409" y="18354"/>
                  <a:pt x="15694" y="18795"/>
                </a:cubicBezTo>
                <a:cubicBezTo>
                  <a:pt x="15665" y="18815"/>
                  <a:pt x="15629" y="18821"/>
                  <a:pt x="15597" y="18821"/>
                </a:cubicBezTo>
                <a:cubicBezTo>
                  <a:pt x="15535" y="18821"/>
                  <a:pt x="15476" y="18792"/>
                  <a:pt x="15440" y="18733"/>
                </a:cubicBezTo>
                <a:cubicBezTo>
                  <a:pt x="15387" y="18644"/>
                  <a:pt x="15414" y="18532"/>
                  <a:pt x="15499" y="18479"/>
                </a:cubicBezTo>
                <a:cubicBezTo>
                  <a:pt x="16185" y="18053"/>
                  <a:pt x="16732" y="17601"/>
                  <a:pt x="17450" y="16868"/>
                </a:cubicBezTo>
                <a:cubicBezTo>
                  <a:pt x="17484" y="16830"/>
                  <a:pt x="17532" y="16812"/>
                  <a:pt x="17580" y="16812"/>
                </a:cubicBezTo>
                <a:close/>
                <a:moveTo>
                  <a:pt x="10860" y="2217"/>
                </a:moveTo>
                <a:cubicBezTo>
                  <a:pt x="13168" y="2217"/>
                  <a:pt x="15340" y="3115"/>
                  <a:pt x="16971" y="4749"/>
                </a:cubicBezTo>
                <a:cubicBezTo>
                  <a:pt x="18605" y="6380"/>
                  <a:pt x="19503" y="8552"/>
                  <a:pt x="19503" y="10860"/>
                </a:cubicBezTo>
                <a:cubicBezTo>
                  <a:pt x="19503" y="13171"/>
                  <a:pt x="18605" y="15343"/>
                  <a:pt x="16971" y="16974"/>
                </a:cubicBezTo>
                <a:cubicBezTo>
                  <a:pt x="15340" y="18609"/>
                  <a:pt x="13168" y="19504"/>
                  <a:pt x="10860" y="19504"/>
                </a:cubicBezTo>
                <a:cubicBezTo>
                  <a:pt x="8549" y="19504"/>
                  <a:pt x="6377" y="18609"/>
                  <a:pt x="4746" y="16974"/>
                </a:cubicBezTo>
                <a:cubicBezTo>
                  <a:pt x="3112" y="15343"/>
                  <a:pt x="2216" y="13171"/>
                  <a:pt x="2216" y="10860"/>
                </a:cubicBezTo>
                <a:cubicBezTo>
                  <a:pt x="2216" y="8552"/>
                  <a:pt x="3112" y="6380"/>
                  <a:pt x="4746" y="4749"/>
                </a:cubicBezTo>
                <a:cubicBezTo>
                  <a:pt x="6377" y="3115"/>
                  <a:pt x="8549" y="2217"/>
                  <a:pt x="10860" y="2217"/>
                </a:cubicBezTo>
                <a:close/>
                <a:moveTo>
                  <a:pt x="10860" y="0"/>
                </a:moveTo>
                <a:cubicBezTo>
                  <a:pt x="7958" y="0"/>
                  <a:pt x="5228" y="1132"/>
                  <a:pt x="3180" y="3183"/>
                </a:cubicBezTo>
                <a:cubicBezTo>
                  <a:pt x="1129" y="5231"/>
                  <a:pt x="0" y="7961"/>
                  <a:pt x="0" y="10860"/>
                </a:cubicBezTo>
                <a:cubicBezTo>
                  <a:pt x="0" y="13762"/>
                  <a:pt x="1129" y="16490"/>
                  <a:pt x="3180" y="18541"/>
                </a:cubicBezTo>
                <a:cubicBezTo>
                  <a:pt x="5228" y="20591"/>
                  <a:pt x="7958" y="21720"/>
                  <a:pt x="10860" y="21720"/>
                </a:cubicBezTo>
                <a:cubicBezTo>
                  <a:pt x="13759" y="21720"/>
                  <a:pt x="16489" y="20591"/>
                  <a:pt x="18537" y="18541"/>
                </a:cubicBezTo>
                <a:cubicBezTo>
                  <a:pt x="20588" y="16490"/>
                  <a:pt x="21720" y="13762"/>
                  <a:pt x="21720" y="10860"/>
                </a:cubicBezTo>
                <a:cubicBezTo>
                  <a:pt x="21720" y="7961"/>
                  <a:pt x="20588" y="5231"/>
                  <a:pt x="18537" y="3183"/>
                </a:cubicBezTo>
                <a:cubicBezTo>
                  <a:pt x="16489" y="1132"/>
                  <a:pt x="13759" y="0"/>
                  <a:pt x="108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a:extLst>
              <a:ext uri="{FF2B5EF4-FFF2-40B4-BE49-F238E27FC236}">
                <a16:creationId xmlns:a16="http://schemas.microsoft.com/office/drawing/2014/main" id="{5CB9A37F-FEB4-97B9-5D46-666BFB94D6BA}"/>
              </a:ext>
            </a:extLst>
          </p:cNvPr>
          <p:cNvSpPr/>
          <p:nvPr/>
        </p:nvSpPr>
        <p:spPr>
          <a:xfrm>
            <a:off x="7767500" y="266393"/>
            <a:ext cx="3226314" cy="838167"/>
          </a:xfrm>
          <a:custGeom>
            <a:avLst/>
            <a:gdLst/>
            <a:ahLst/>
            <a:cxnLst/>
            <a:rect l="l" t="t" r="r" b="b"/>
            <a:pathLst>
              <a:path w="75784" h="19688" extrusionOk="0">
                <a:moveTo>
                  <a:pt x="8884" y="2542"/>
                </a:moveTo>
                <a:cubicBezTo>
                  <a:pt x="8915" y="2542"/>
                  <a:pt x="8946" y="2542"/>
                  <a:pt x="8978" y="2542"/>
                </a:cubicBezTo>
                <a:cubicBezTo>
                  <a:pt x="9669" y="2542"/>
                  <a:pt x="9669" y="3590"/>
                  <a:pt x="8978" y="3590"/>
                </a:cubicBezTo>
                <a:lnTo>
                  <a:pt x="8871" y="3590"/>
                </a:lnTo>
                <a:cubicBezTo>
                  <a:pt x="5132" y="3590"/>
                  <a:pt x="3573" y="4388"/>
                  <a:pt x="2918" y="5066"/>
                </a:cubicBezTo>
                <a:cubicBezTo>
                  <a:pt x="2453" y="5554"/>
                  <a:pt x="2465" y="5983"/>
                  <a:pt x="2465" y="6007"/>
                </a:cubicBezTo>
                <a:cubicBezTo>
                  <a:pt x="2489" y="6281"/>
                  <a:pt x="2275" y="6543"/>
                  <a:pt x="1989" y="6555"/>
                </a:cubicBezTo>
                <a:lnTo>
                  <a:pt x="1941" y="6555"/>
                </a:lnTo>
                <a:cubicBezTo>
                  <a:pt x="1668" y="6555"/>
                  <a:pt x="1441" y="6352"/>
                  <a:pt x="1429" y="6078"/>
                </a:cubicBezTo>
                <a:cubicBezTo>
                  <a:pt x="1429" y="5995"/>
                  <a:pt x="1370" y="5221"/>
                  <a:pt x="2120" y="4400"/>
                </a:cubicBezTo>
                <a:cubicBezTo>
                  <a:pt x="3252" y="3173"/>
                  <a:pt x="5530" y="2542"/>
                  <a:pt x="8884" y="2542"/>
                </a:cubicBezTo>
                <a:close/>
                <a:moveTo>
                  <a:pt x="56086" y="3618"/>
                </a:moveTo>
                <a:cubicBezTo>
                  <a:pt x="57388" y="3618"/>
                  <a:pt x="59148" y="3991"/>
                  <a:pt x="59901" y="5162"/>
                </a:cubicBezTo>
                <a:cubicBezTo>
                  <a:pt x="60913" y="6721"/>
                  <a:pt x="59449" y="8460"/>
                  <a:pt x="59389" y="8531"/>
                </a:cubicBezTo>
                <a:lnTo>
                  <a:pt x="59389" y="8543"/>
                </a:lnTo>
                <a:cubicBezTo>
                  <a:pt x="59294" y="8650"/>
                  <a:pt x="59139" y="8722"/>
                  <a:pt x="58996" y="8722"/>
                </a:cubicBezTo>
                <a:cubicBezTo>
                  <a:pt x="58865" y="8722"/>
                  <a:pt x="58746" y="8674"/>
                  <a:pt x="58651" y="8591"/>
                </a:cubicBezTo>
                <a:cubicBezTo>
                  <a:pt x="58437" y="8412"/>
                  <a:pt x="58413" y="8079"/>
                  <a:pt x="58591" y="7864"/>
                </a:cubicBezTo>
                <a:cubicBezTo>
                  <a:pt x="58615" y="7840"/>
                  <a:pt x="59615" y="6638"/>
                  <a:pt x="59032" y="5721"/>
                </a:cubicBezTo>
                <a:cubicBezTo>
                  <a:pt x="58523" y="4943"/>
                  <a:pt x="57134" y="4655"/>
                  <a:pt x="56095" y="4655"/>
                </a:cubicBezTo>
                <a:cubicBezTo>
                  <a:pt x="55797" y="4655"/>
                  <a:pt x="55529" y="4679"/>
                  <a:pt x="55317" y="4721"/>
                </a:cubicBezTo>
                <a:cubicBezTo>
                  <a:pt x="55286" y="4726"/>
                  <a:pt x="55257" y="4728"/>
                  <a:pt x="55228" y="4728"/>
                </a:cubicBezTo>
                <a:cubicBezTo>
                  <a:pt x="54646" y="4728"/>
                  <a:pt x="54502" y="3845"/>
                  <a:pt x="55127" y="3697"/>
                </a:cubicBezTo>
                <a:cubicBezTo>
                  <a:pt x="55388" y="3647"/>
                  <a:pt x="55719" y="3618"/>
                  <a:pt x="56086" y="3618"/>
                </a:cubicBezTo>
                <a:close/>
                <a:moveTo>
                  <a:pt x="72687" y="4374"/>
                </a:moveTo>
                <a:cubicBezTo>
                  <a:pt x="73190" y="4374"/>
                  <a:pt x="73669" y="4672"/>
                  <a:pt x="74081" y="5257"/>
                </a:cubicBezTo>
                <a:cubicBezTo>
                  <a:pt x="74784" y="6209"/>
                  <a:pt x="74558" y="10031"/>
                  <a:pt x="74462" y="11186"/>
                </a:cubicBezTo>
                <a:cubicBezTo>
                  <a:pt x="74450" y="11448"/>
                  <a:pt x="74224" y="11662"/>
                  <a:pt x="73950" y="11662"/>
                </a:cubicBezTo>
                <a:lnTo>
                  <a:pt x="73903" y="11662"/>
                </a:lnTo>
                <a:cubicBezTo>
                  <a:pt x="73617" y="11639"/>
                  <a:pt x="73403" y="11389"/>
                  <a:pt x="73427" y="11103"/>
                </a:cubicBezTo>
                <a:cubicBezTo>
                  <a:pt x="73629" y="8317"/>
                  <a:pt x="73486" y="6209"/>
                  <a:pt x="73236" y="5864"/>
                </a:cubicBezTo>
                <a:cubicBezTo>
                  <a:pt x="73022" y="5578"/>
                  <a:pt x="72819" y="5412"/>
                  <a:pt x="72665" y="5412"/>
                </a:cubicBezTo>
                <a:cubicBezTo>
                  <a:pt x="72474" y="5412"/>
                  <a:pt x="72272" y="5650"/>
                  <a:pt x="72200" y="5757"/>
                </a:cubicBezTo>
                <a:cubicBezTo>
                  <a:pt x="72086" y="5931"/>
                  <a:pt x="71929" y="6004"/>
                  <a:pt x="71774" y="6004"/>
                </a:cubicBezTo>
                <a:cubicBezTo>
                  <a:pt x="71410" y="6004"/>
                  <a:pt x="71060" y="5606"/>
                  <a:pt x="71319" y="5197"/>
                </a:cubicBezTo>
                <a:cubicBezTo>
                  <a:pt x="71367" y="5114"/>
                  <a:pt x="71843" y="4400"/>
                  <a:pt x="72629" y="4376"/>
                </a:cubicBezTo>
                <a:cubicBezTo>
                  <a:pt x="72648" y="4375"/>
                  <a:pt x="72668" y="4374"/>
                  <a:pt x="72687" y="4374"/>
                </a:cubicBezTo>
                <a:close/>
                <a:moveTo>
                  <a:pt x="20463" y="16372"/>
                </a:moveTo>
                <a:cubicBezTo>
                  <a:pt x="20536" y="16372"/>
                  <a:pt x="20613" y="16388"/>
                  <a:pt x="20694" y="16425"/>
                </a:cubicBezTo>
                <a:cubicBezTo>
                  <a:pt x="20718" y="16437"/>
                  <a:pt x="22777" y="17354"/>
                  <a:pt x="24849" y="17437"/>
                </a:cubicBezTo>
                <a:cubicBezTo>
                  <a:pt x="25029" y="17441"/>
                  <a:pt x="25209" y="17444"/>
                  <a:pt x="25390" y="17444"/>
                </a:cubicBezTo>
                <a:cubicBezTo>
                  <a:pt x="26653" y="17444"/>
                  <a:pt x="27922" y="17334"/>
                  <a:pt x="29183" y="17115"/>
                </a:cubicBezTo>
                <a:cubicBezTo>
                  <a:pt x="29224" y="17108"/>
                  <a:pt x="29262" y="17104"/>
                  <a:pt x="29299" y="17104"/>
                </a:cubicBezTo>
                <a:cubicBezTo>
                  <a:pt x="29881" y="17104"/>
                  <a:pt x="30011" y="18017"/>
                  <a:pt x="29373" y="18151"/>
                </a:cubicBezTo>
                <a:cubicBezTo>
                  <a:pt x="28088" y="18366"/>
                  <a:pt x="26790" y="18485"/>
                  <a:pt x="25492" y="18485"/>
                </a:cubicBezTo>
                <a:cubicBezTo>
                  <a:pt x="25266" y="18485"/>
                  <a:pt x="25040" y="18485"/>
                  <a:pt x="24801" y="18473"/>
                </a:cubicBezTo>
                <a:cubicBezTo>
                  <a:pt x="22539" y="18389"/>
                  <a:pt x="20360" y="17413"/>
                  <a:pt x="20265" y="17377"/>
                </a:cubicBezTo>
                <a:cubicBezTo>
                  <a:pt x="19715" y="17128"/>
                  <a:pt x="19970" y="16372"/>
                  <a:pt x="20463" y="16372"/>
                </a:cubicBezTo>
                <a:close/>
                <a:moveTo>
                  <a:pt x="55707" y="1"/>
                </a:moveTo>
                <a:cubicBezTo>
                  <a:pt x="51363" y="1"/>
                  <a:pt x="45304" y="2063"/>
                  <a:pt x="38982" y="7948"/>
                </a:cubicBezTo>
                <a:cubicBezTo>
                  <a:pt x="34437" y="12181"/>
                  <a:pt x="29771" y="14481"/>
                  <a:pt x="25798" y="14481"/>
                </a:cubicBezTo>
                <a:cubicBezTo>
                  <a:pt x="25660" y="14481"/>
                  <a:pt x="25522" y="14478"/>
                  <a:pt x="25385" y="14472"/>
                </a:cubicBezTo>
                <a:cubicBezTo>
                  <a:pt x="22908" y="14365"/>
                  <a:pt x="20741" y="13317"/>
                  <a:pt x="18991" y="11353"/>
                </a:cubicBezTo>
                <a:cubicBezTo>
                  <a:pt x="17872" y="10115"/>
                  <a:pt x="17348" y="8960"/>
                  <a:pt x="16788" y="7733"/>
                </a:cubicBezTo>
                <a:cubicBezTo>
                  <a:pt x="16038" y="6055"/>
                  <a:pt x="15181" y="4150"/>
                  <a:pt x="12895" y="2840"/>
                </a:cubicBezTo>
                <a:cubicBezTo>
                  <a:pt x="11570" y="2073"/>
                  <a:pt x="10062" y="1690"/>
                  <a:pt x="8378" y="1690"/>
                </a:cubicBezTo>
                <a:cubicBezTo>
                  <a:pt x="6401" y="1690"/>
                  <a:pt x="4183" y="2219"/>
                  <a:pt x="1739" y="3280"/>
                </a:cubicBezTo>
                <a:cubicBezTo>
                  <a:pt x="525" y="3911"/>
                  <a:pt x="1" y="5364"/>
                  <a:pt x="536" y="6626"/>
                </a:cubicBezTo>
                <a:cubicBezTo>
                  <a:pt x="955" y="7602"/>
                  <a:pt x="1918" y="8201"/>
                  <a:pt x="2932" y="8201"/>
                </a:cubicBezTo>
                <a:cubicBezTo>
                  <a:pt x="3217" y="8201"/>
                  <a:pt x="3505" y="8154"/>
                  <a:pt x="3787" y="8055"/>
                </a:cubicBezTo>
                <a:cubicBezTo>
                  <a:pt x="5151" y="7466"/>
                  <a:pt x="6865" y="6893"/>
                  <a:pt x="8358" y="6893"/>
                </a:cubicBezTo>
                <a:cubicBezTo>
                  <a:pt x="9068" y="6893"/>
                  <a:pt x="9727" y="7022"/>
                  <a:pt x="10276" y="7340"/>
                </a:cubicBezTo>
                <a:cubicBezTo>
                  <a:pt x="11073" y="7805"/>
                  <a:pt x="11395" y="8448"/>
                  <a:pt x="12026" y="9876"/>
                </a:cubicBezTo>
                <a:cubicBezTo>
                  <a:pt x="12657" y="11269"/>
                  <a:pt x="13443" y="12996"/>
                  <a:pt x="15110" y="14841"/>
                </a:cubicBezTo>
                <a:cubicBezTo>
                  <a:pt x="17801" y="17830"/>
                  <a:pt x="21277" y="19497"/>
                  <a:pt x="25159" y="19675"/>
                </a:cubicBezTo>
                <a:cubicBezTo>
                  <a:pt x="25373" y="19675"/>
                  <a:pt x="25599" y="19687"/>
                  <a:pt x="25825" y="19687"/>
                </a:cubicBezTo>
                <a:cubicBezTo>
                  <a:pt x="31183" y="19687"/>
                  <a:pt x="36946" y="16961"/>
                  <a:pt x="42530" y="11758"/>
                </a:cubicBezTo>
                <a:cubicBezTo>
                  <a:pt x="47524" y="7110"/>
                  <a:pt x="52431" y="5193"/>
                  <a:pt x="55667" y="5193"/>
                </a:cubicBezTo>
                <a:cubicBezTo>
                  <a:pt x="56211" y="5193"/>
                  <a:pt x="56708" y="5248"/>
                  <a:pt x="57151" y="5352"/>
                </a:cubicBezTo>
                <a:cubicBezTo>
                  <a:pt x="57889" y="5531"/>
                  <a:pt x="58401" y="5852"/>
                  <a:pt x="58532" y="6209"/>
                </a:cubicBezTo>
                <a:cubicBezTo>
                  <a:pt x="58603" y="6400"/>
                  <a:pt x="58270" y="7233"/>
                  <a:pt x="58067" y="7721"/>
                </a:cubicBezTo>
                <a:cubicBezTo>
                  <a:pt x="57496" y="9162"/>
                  <a:pt x="56627" y="11341"/>
                  <a:pt x="57544" y="13913"/>
                </a:cubicBezTo>
                <a:cubicBezTo>
                  <a:pt x="58690" y="17136"/>
                  <a:pt x="62128" y="19368"/>
                  <a:pt x="65685" y="19368"/>
                </a:cubicBezTo>
                <a:cubicBezTo>
                  <a:pt x="66082" y="19368"/>
                  <a:pt x="66481" y="19340"/>
                  <a:pt x="66878" y="19282"/>
                </a:cubicBezTo>
                <a:cubicBezTo>
                  <a:pt x="69569" y="18889"/>
                  <a:pt x="71962" y="17377"/>
                  <a:pt x="73474" y="15103"/>
                </a:cubicBezTo>
                <a:cubicBezTo>
                  <a:pt x="75260" y="12472"/>
                  <a:pt x="75784" y="9126"/>
                  <a:pt x="74962" y="5674"/>
                </a:cubicBezTo>
                <a:cubicBezTo>
                  <a:pt x="74678" y="4473"/>
                  <a:pt x="73611" y="3673"/>
                  <a:pt x="72438" y="3673"/>
                </a:cubicBezTo>
                <a:cubicBezTo>
                  <a:pt x="72237" y="3673"/>
                  <a:pt x="72034" y="3696"/>
                  <a:pt x="71831" y="3745"/>
                </a:cubicBezTo>
                <a:cubicBezTo>
                  <a:pt x="70426" y="4078"/>
                  <a:pt x="69569" y="5483"/>
                  <a:pt x="69902" y="6876"/>
                </a:cubicBezTo>
                <a:cubicBezTo>
                  <a:pt x="70379" y="8900"/>
                  <a:pt x="70117" y="10781"/>
                  <a:pt x="69164" y="12186"/>
                </a:cubicBezTo>
                <a:cubicBezTo>
                  <a:pt x="68474" y="13234"/>
                  <a:pt x="67366" y="13936"/>
                  <a:pt x="66128" y="14127"/>
                </a:cubicBezTo>
                <a:cubicBezTo>
                  <a:pt x="65980" y="14149"/>
                  <a:pt x="65831" y="14160"/>
                  <a:pt x="65682" y="14160"/>
                </a:cubicBezTo>
                <a:cubicBezTo>
                  <a:pt x="64230" y="14160"/>
                  <a:pt x="62805" y="13156"/>
                  <a:pt x="62449" y="12162"/>
                </a:cubicBezTo>
                <a:cubicBezTo>
                  <a:pt x="62211" y="11519"/>
                  <a:pt x="62401" y="10936"/>
                  <a:pt x="62913" y="9662"/>
                </a:cubicBezTo>
                <a:cubicBezTo>
                  <a:pt x="63449" y="8317"/>
                  <a:pt x="64187" y="6471"/>
                  <a:pt x="63413" y="4400"/>
                </a:cubicBezTo>
                <a:cubicBezTo>
                  <a:pt x="62663" y="2352"/>
                  <a:pt x="60854" y="887"/>
                  <a:pt x="58353" y="292"/>
                </a:cubicBezTo>
                <a:cubicBezTo>
                  <a:pt x="57568" y="104"/>
                  <a:pt x="56681" y="1"/>
                  <a:pt x="557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1" name="Tableau 10">
            <a:extLst>
              <a:ext uri="{FF2B5EF4-FFF2-40B4-BE49-F238E27FC236}">
                <a16:creationId xmlns:a16="http://schemas.microsoft.com/office/drawing/2014/main" id="{794F5340-5449-3474-633C-44ACEB1A88FA}"/>
              </a:ext>
            </a:extLst>
          </p:cNvPr>
          <p:cNvGraphicFramePr>
            <a:graphicFrameLocks noGrp="1"/>
          </p:cNvGraphicFramePr>
          <p:nvPr>
            <p:extLst>
              <p:ext uri="{D42A27DB-BD31-4B8C-83A1-F6EECF244321}">
                <p14:modId xmlns:p14="http://schemas.microsoft.com/office/powerpoint/2010/main" val="4113169139"/>
              </p:ext>
            </p:extLst>
          </p:nvPr>
        </p:nvGraphicFramePr>
        <p:xfrm>
          <a:off x="902286" y="1676328"/>
          <a:ext cx="7626351" cy="1524000"/>
        </p:xfrm>
        <a:graphic>
          <a:graphicData uri="http://schemas.openxmlformats.org/drawingml/2006/table">
            <a:tbl>
              <a:tblPr firstRow="1">
                <a:tableStyleId>{F2DE63D5-997A-4646-A377-4702673A728D}</a:tableStyleId>
              </a:tblPr>
              <a:tblGrid>
                <a:gridCol w="2542117">
                  <a:extLst>
                    <a:ext uri="{9D8B030D-6E8A-4147-A177-3AD203B41FA5}">
                      <a16:colId xmlns:a16="http://schemas.microsoft.com/office/drawing/2014/main" val="3456701370"/>
                    </a:ext>
                  </a:extLst>
                </a:gridCol>
                <a:gridCol w="2542117">
                  <a:extLst>
                    <a:ext uri="{9D8B030D-6E8A-4147-A177-3AD203B41FA5}">
                      <a16:colId xmlns:a16="http://schemas.microsoft.com/office/drawing/2014/main" val="854498401"/>
                    </a:ext>
                  </a:extLst>
                </a:gridCol>
                <a:gridCol w="2542117">
                  <a:extLst>
                    <a:ext uri="{9D8B030D-6E8A-4147-A177-3AD203B41FA5}">
                      <a16:colId xmlns:a16="http://schemas.microsoft.com/office/drawing/2014/main" val="132607976"/>
                    </a:ext>
                  </a:extLst>
                </a:gridCol>
              </a:tblGrid>
              <a:tr h="304800">
                <a:tc>
                  <a:txBody>
                    <a:bodyPr/>
                    <a:lstStyle/>
                    <a:p>
                      <a:pPr algn="ctr"/>
                      <a:r>
                        <a:rPr lang="fr-FR" sz="1400"/>
                        <a:t>Document</a:t>
                      </a:r>
                    </a:p>
                  </a:txBody>
                  <a:tcPr anchor="ctr"/>
                </a:tc>
                <a:tc>
                  <a:txBody>
                    <a:bodyPr/>
                    <a:lstStyle/>
                    <a:p>
                      <a:pPr algn="ctr"/>
                      <a:r>
                        <a:rPr lang="fr-FR" sz="1400" dirty="0"/>
                        <a:t>Coordonnée 𝜎1</a:t>
                      </a:r>
                    </a:p>
                  </a:txBody>
                  <a:tcPr anchor="ctr"/>
                </a:tc>
                <a:tc>
                  <a:txBody>
                    <a:bodyPr/>
                    <a:lstStyle/>
                    <a:p>
                      <a:pPr algn="ctr"/>
                      <a:r>
                        <a:rPr lang="fr-FR" sz="1400"/>
                        <a:t>Interprétation</a:t>
                      </a:r>
                    </a:p>
                  </a:txBody>
                  <a:tcPr anchor="ctr"/>
                </a:tc>
                <a:extLst>
                  <a:ext uri="{0D108BD9-81ED-4DB2-BD59-A6C34878D82A}">
                    <a16:rowId xmlns:a16="http://schemas.microsoft.com/office/drawing/2014/main" val="4247881263"/>
                  </a:ext>
                </a:extLst>
              </a:tr>
              <a:tr h="304800">
                <a:tc>
                  <a:txBody>
                    <a:bodyPr/>
                    <a:lstStyle/>
                    <a:p>
                      <a:pPr algn="ctr"/>
                      <a:r>
                        <a:rPr lang="fr-FR" sz="1400" dirty="0"/>
                        <a:t>Économie</a:t>
                      </a:r>
                    </a:p>
                  </a:txBody>
                  <a:tcPr anchor="ctr"/>
                </a:tc>
                <a:tc>
                  <a:txBody>
                    <a:bodyPr/>
                    <a:lstStyle/>
                    <a:p>
                      <a:pPr algn="ctr"/>
                      <a:r>
                        <a:rPr lang="fr-FR" sz="1400" dirty="0"/>
                        <a:t>0.2477</a:t>
                      </a:r>
                    </a:p>
                  </a:txBody>
                  <a:tcPr anchor="ctr"/>
                </a:tc>
                <a:tc>
                  <a:txBody>
                    <a:bodyPr/>
                    <a:lstStyle/>
                    <a:p>
                      <a:pPr algn="ctr"/>
                      <a:r>
                        <a:rPr lang="fr-FR" sz="1400"/>
                        <a:t>Fortement aligné au thème</a:t>
                      </a:r>
                    </a:p>
                  </a:txBody>
                  <a:tcPr anchor="ctr"/>
                </a:tc>
                <a:extLst>
                  <a:ext uri="{0D108BD9-81ED-4DB2-BD59-A6C34878D82A}">
                    <a16:rowId xmlns:a16="http://schemas.microsoft.com/office/drawing/2014/main" val="3294105497"/>
                  </a:ext>
                </a:extLst>
              </a:tr>
              <a:tr h="304800">
                <a:tc>
                  <a:txBody>
                    <a:bodyPr/>
                    <a:lstStyle/>
                    <a:p>
                      <a:pPr algn="ctr"/>
                      <a:r>
                        <a:rPr lang="fr-FR" sz="1400" dirty="0"/>
                        <a:t>Montagne</a:t>
                      </a:r>
                    </a:p>
                  </a:txBody>
                  <a:tcPr anchor="ctr"/>
                </a:tc>
                <a:tc>
                  <a:txBody>
                    <a:bodyPr/>
                    <a:lstStyle/>
                    <a:p>
                      <a:pPr algn="ctr"/>
                      <a:r>
                        <a:rPr lang="fr-FR" sz="1400" dirty="0"/>
                        <a:t>0.1734</a:t>
                      </a:r>
                    </a:p>
                  </a:txBody>
                  <a:tcPr anchor="ctr"/>
                </a:tc>
                <a:tc>
                  <a:txBody>
                    <a:bodyPr/>
                    <a:lstStyle/>
                    <a:p>
                      <a:pPr algn="ctr"/>
                      <a:r>
                        <a:rPr lang="fr-FR" sz="1400"/>
                        <a:t>Corrélé</a:t>
                      </a:r>
                    </a:p>
                  </a:txBody>
                  <a:tcPr anchor="ctr"/>
                </a:tc>
                <a:extLst>
                  <a:ext uri="{0D108BD9-81ED-4DB2-BD59-A6C34878D82A}">
                    <a16:rowId xmlns:a16="http://schemas.microsoft.com/office/drawing/2014/main" val="3228383820"/>
                  </a:ext>
                </a:extLst>
              </a:tr>
              <a:tr h="304800">
                <a:tc>
                  <a:txBody>
                    <a:bodyPr/>
                    <a:lstStyle/>
                    <a:p>
                      <a:pPr algn="ctr"/>
                      <a:r>
                        <a:rPr lang="fr-FR" sz="1400" dirty="0"/>
                        <a:t>Intelligence Artificielle</a:t>
                      </a:r>
                    </a:p>
                  </a:txBody>
                  <a:tcPr anchor="ctr"/>
                </a:tc>
                <a:tc>
                  <a:txBody>
                    <a:bodyPr/>
                    <a:lstStyle/>
                    <a:p>
                      <a:pPr algn="ctr"/>
                      <a:r>
                        <a:rPr lang="fr-FR" sz="1400" dirty="0"/>
                        <a:t>0.1226</a:t>
                      </a:r>
                    </a:p>
                  </a:txBody>
                  <a:tcPr anchor="ctr"/>
                </a:tc>
                <a:tc>
                  <a:txBody>
                    <a:bodyPr/>
                    <a:lstStyle/>
                    <a:p>
                      <a:pPr algn="ctr"/>
                      <a:r>
                        <a:rPr lang="fr-FR" sz="1400"/>
                        <a:t>Technique, moins proche</a:t>
                      </a:r>
                    </a:p>
                  </a:txBody>
                  <a:tcPr anchor="ctr"/>
                </a:tc>
                <a:extLst>
                  <a:ext uri="{0D108BD9-81ED-4DB2-BD59-A6C34878D82A}">
                    <a16:rowId xmlns:a16="http://schemas.microsoft.com/office/drawing/2014/main" val="3070614612"/>
                  </a:ext>
                </a:extLst>
              </a:tr>
              <a:tr h="304800">
                <a:tc>
                  <a:txBody>
                    <a:bodyPr/>
                    <a:lstStyle/>
                    <a:p>
                      <a:pPr algn="ctr"/>
                      <a:r>
                        <a:rPr lang="fr-FR" sz="1400" dirty="0"/>
                        <a:t>Musique Classique</a:t>
                      </a:r>
                    </a:p>
                  </a:txBody>
                  <a:tcPr anchor="ctr"/>
                </a:tc>
                <a:tc>
                  <a:txBody>
                    <a:bodyPr/>
                    <a:lstStyle/>
                    <a:p>
                      <a:pPr algn="ctr"/>
                      <a:r>
                        <a:rPr lang="fr-FR" sz="1400" dirty="0"/>
                        <a:t>0.1154</a:t>
                      </a:r>
                    </a:p>
                  </a:txBody>
                  <a:tcPr anchor="ctr"/>
                </a:tc>
                <a:tc>
                  <a:txBody>
                    <a:bodyPr/>
                    <a:lstStyle/>
                    <a:p>
                      <a:pPr algn="ctr"/>
                      <a:r>
                        <a:rPr lang="fr-FR" sz="1400" dirty="0"/>
                        <a:t>le plus distinct/spécialisé</a:t>
                      </a:r>
                    </a:p>
                  </a:txBody>
                  <a:tcPr anchor="ctr"/>
                </a:tc>
                <a:extLst>
                  <a:ext uri="{0D108BD9-81ED-4DB2-BD59-A6C34878D82A}">
                    <a16:rowId xmlns:a16="http://schemas.microsoft.com/office/drawing/2014/main" val="326374671"/>
                  </a:ext>
                </a:extLst>
              </a:tr>
            </a:tbl>
          </a:graphicData>
        </a:graphic>
      </p:graphicFrame>
    </p:spTree>
    <p:extLst>
      <p:ext uri="{BB962C8B-B14F-4D97-AF65-F5344CB8AC3E}">
        <p14:creationId xmlns:p14="http://schemas.microsoft.com/office/powerpoint/2010/main" val="2913373827"/>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sp>
        <p:nvSpPr>
          <p:cNvPr id="1719" name="Google Shape;1719;p37"/>
          <p:cNvSpPr txBox="1">
            <a:spLocks noGrp="1"/>
          </p:cNvSpPr>
          <p:nvPr>
            <p:ph type="title"/>
          </p:nvPr>
        </p:nvSpPr>
        <p:spPr>
          <a:xfrm>
            <a:off x="1797842" y="827496"/>
            <a:ext cx="6509580" cy="69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dirty="0">
                <a:solidFill>
                  <a:schemeClr val="accent2"/>
                </a:solidFill>
              </a:rPr>
              <a:t>Performance de l'Implémentation</a:t>
            </a:r>
            <a:endParaRPr dirty="0">
              <a:solidFill>
                <a:schemeClr val="accent2"/>
              </a:solidFill>
            </a:endParaRPr>
          </a:p>
        </p:txBody>
      </p:sp>
      <p:sp>
        <p:nvSpPr>
          <p:cNvPr id="1720" name="Google Shape;1720;p37"/>
          <p:cNvSpPr txBox="1">
            <a:spLocks noGrp="1"/>
          </p:cNvSpPr>
          <p:nvPr>
            <p:ph type="subTitle" idx="1"/>
          </p:nvPr>
        </p:nvSpPr>
        <p:spPr>
          <a:xfrm>
            <a:off x="2710990" y="1741200"/>
            <a:ext cx="4539144" cy="1661100"/>
          </a:xfrm>
          <a:prstGeom prst="rect">
            <a:avLst/>
          </a:prstGeom>
        </p:spPr>
        <p:txBody>
          <a:bodyPr spcFirstLastPara="1" wrap="square" lIns="91425" tIns="91425" rIns="91425" bIns="91425" anchor="t" anchorCtr="0">
            <a:noAutofit/>
          </a:bodyPr>
          <a:lstStyle/>
          <a:p>
            <a:pPr marL="0" lvl="0" indent="0" algn="l" rtl="0">
              <a:lnSpc>
                <a:spcPct val="250000"/>
              </a:lnSpc>
              <a:spcBef>
                <a:spcPts val="0"/>
              </a:spcBef>
              <a:spcAft>
                <a:spcPts val="0"/>
              </a:spcAft>
              <a:buNone/>
            </a:pPr>
            <a:r>
              <a:rPr lang="fr-FR" dirty="0"/>
              <a:t> Décomposition SVD manuelle réussie</a:t>
            </a:r>
          </a:p>
          <a:p>
            <a:pPr marL="0" lvl="0" indent="0" algn="l" rtl="0">
              <a:lnSpc>
                <a:spcPct val="250000"/>
              </a:lnSpc>
              <a:spcBef>
                <a:spcPts val="0"/>
              </a:spcBef>
              <a:spcAft>
                <a:spcPts val="0"/>
              </a:spcAft>
              <a:buNone/>
            </a:pPr>
            <a:r>
              <a:rPr lang="fr-FR" dirty="0"/>
              <a:t> Convergence atteinte en 100 itérations</a:t>
            </a:r>
          </a:p>
          <a:p>
            <a:pPr marL="0" lvl="0" indent="0" algn="l" rtl="0">
              <a:lnSpc>
                <a:spcPct val="250000"/>
              </a:lnSpc>
              <a:spcBef>
                <a:spcPts val="0"/>
              </a:spcBef>
              <a:spcAft>
                <a:spcPts val="0"/>
              </a:spcAft>
              <a:buNone/>
            </a:pPr>
            <a:r>
              <a:rPr lang="fr-FR" dirty="0"/>
              <a:t> Précision exceptionnelle (erreur &lt; 10⁻¹²%)</a:t>
            </a:r>
          </a:p>
          <a:p>
            <a:pPr marL="0" lvl="0" indent="0" algn="l" rtl="0">
              <a:lnSpc>
                <a:spcPct val="250000"/>
              </a:lnSpc>
              <a:spcBef>
                <a:spcPts val="0"/>
              </a:spcBef>
              <a:spcAft>
                <a:spcPts val="0"/>
              </a:spcAft>
              <a:buNone/>
            </a:pPr>
            <a:r>
              <a:rPr lang="fr-FR" dirty="0"/>
              <a:t> Calculs matriciels sans bibliothèques externes</a:t>
            </a:r>
          </a:p>
          <a:p>
            <a:pPr marL="0" lvl="0" indent="0" algn="l" rtl="0">
              <a:lnSpc>
                <a:spcPct val="250000"/>
              </a:lnSpc>
              <a:spcBef>
                <a:spcPts val="0"/>
              </a:spcBef>
              <a:spcAft>
                <a:spcPts val="0"/>
              </a:spcAft>
              <a:buNone/>
            </a:pPr>
            <a:r>
              <a:rPr lang="fr-FR" dirty="0"/>
              <a:t> Stabilité numérique excellente</a:t>
            </a:r>
            <a:endParaRPr dirty="0"/>
          </a:p>
        </p:txBody>
      </p:sp>
      <p:pic>
        <p:nvPicPr>
          <p:cNvPr id="5" name="Image 4">
            <a:extLst>
              <a:ext uri="{FF2B5EF4-FFF2-40B4-BE49-F238E27FC236}">
                <a16:creationId xmlns:a16="http://schemas.microsoft.com/office/drawing/2014/main" id="{D21B41E3-108C-945D-C844-B03FCD732C1D}"/>
              </a:ext>
            </a:extLst>
          </p:cNvPr>
          <p:cNvPicPr>
            <a:picLocks noChangeAspect="1"/>
          </p:cNvPicPr>
          <p:nvPr/>
        </p:nvPicPr>
        <p:blipFill>
          <a:blip r:embed="rId3"/>
          <a:stretch>
            <a:fillRect/>
          </a:stretch>
        </p:blipFill>
        <p:spPr>
          <a:xfrm>
            <a:off x="2314990" y="1896263"/>
            <a:ext cx="396000" cy="396000"/>
          </a:xfrm>
          <a:prstGeom prst="rect">
            <a:avLst/>
          </a:prstGeom>
        </p:spPr>
      </p:pic>
      <p:pic>
        <p:nvPicPr>
          <p:cNvPr id="6" name="Image 5">
            <a:extLst>
              <a:ext uri="{FF2B5EF4-FFF2-40B4-BE49-F238E27FC236}">
                <a16:creationId xmlns:a16="http://schemas.microsoft.com/office/drawing/2014/main" id="{10089FE0-00B7-13A3-9ADE-35583C83E897}"/>
              </a:ext>
            </a:extLst>
          </p:cNvPr>
          <p:cNvPicPr>
            <a:picLocks noChangeAspect="1"/>
          </p:cNvPicPr>
          <p:nvPr/>
        </p:nvPicPr>
        <p:blipFill>
          <a:blip r:embed="rId3"/>
          <a:stretch>
            <a:fillRect/>
          </a:stretch>
        </p:blipFill>
        <p:spPr>
          <a:xfrm>
            <a:off x="2318244" y="2431771"/>
            <a:ext cx="396000" cy="396000"/>
          </a:xfrm>
          <a:prstGeom prst="rect">
            <a:avLst/>
          </a:prstGeom>
        </p:spPr>
      </p:pic>
      <p:pic>
        <p:nvPicPr>
          <p:cNvPr id="7" name="Image 6">
            <a:extLst>
              <a:ext uri="{FF2B5EF4-FFF2-40B4-BE49-F238E27FC236}">
                <a16:creationId xmlns:a16="http://schemas.microsoft.com/office/drawing/2014/main" id="{3627F712-1A17-20FB-3E25-B553A8986FA3}"/>
              </a:ext>
            </a:extLst>
          </p:cNvPr>
          <p:cNvPicPr>
            <a:picLocks noChangeAspect="1"/>
          </p:cNvPicPr>
          <p:nvPr/>
        </p:nvPicPr>
        <p:blipFill>
          <a:blip r:embed="rId3"/>
          <a:stretch>
            <a:fillRect/>
          </a:stretch>
        </p:blipFill>
        <p:spPr>
          <a:xfrm>
            <a:off x="2314990" y="3006300"/>
            <a:ext cx="396000" cy="396000"/>
          </a:xfrm>
          <a:prstGeom prst="rect">
            <a:avLst/>
          </a:prstGeom>
        </p:spPr>
      </p:pic>
      <p:pic>
        <p:nvPicPr>
          <p:cNvPr id="8" name="Image 7">
            <a:extLst>
              <a:ext uri="{FF2B5EF4-FFF2-40B4-BE49-F238E27FC236}">
                <a16:creationId xmlns:a16="http://schemas.microsoft.com/office/drawing/2014/main" id="{0C04663C-2983-FB59-E7C3-EDE28694B994}"/>
              </a:ext>
            </a:extLst>
          </p:cNvPr>
          <p:cNvPicPr>
            <a:picLocks noChangeAspect="1"/>
          </p:cNvPicPr>
          <p:nvPr/>
        </p:nvPicPr>
        <p:blipFill>
          <a:blip r:embed="rId3"/>
          <a:stretch>
            <a:fillRect/>
          </a:stretch>
        </p:blipFill>
        <p:spPr>
          <a:xfrm>
            <a:off x="2314990" y="3557363"/>
            <a:ext cx="396000" cy="396000"/>
          </a:xfrm>
          <a:prstGeom prst="rect">
            <a:avLst/>
          </a:prstGeom>
        </p:spPr>
      </p:pic>
      <p:pic>
        <p:nvPicPr>
          <p:cNvPr id="9" name="Image 8">
            <a:extLst>
              <a:ext uri="{FF2B5EF4-FFF2-40B4-BE49-F238E27FC236}">
                <a16:creationId xmlns:a16="http://schemas.microsoft.com/office/drawing/2014/main" id="{0E694CD7-F94C-39DB-29E9-EA8060B9DF9F}"/>
              </a:ext>
            </a:extLst>
          </p:cNvPr>
          <p:cNvPicPr>
            <a:picLocks noChangeAspect="1"/>
          </p:cNvPicPr>
          <p:nvPr/>
        </p:nvPicPr>
        <p:blipFill>
          <a:blip r:embed="rId3"/>
          <a:stretch>
            <a:fillRect/>
          </a:stretch>
        </p:blipFill>
        <p:spPr>
          <a:xfrm>
            <a:off x="2314990" y="4118004"/>
            <a:ext cx="396000" cy="39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E485EE-081F-4772-ED27-878BFED3193A}"/>
              </a:ext>
            </a:extLst>
          </p:cNvPr>
          <p:cNvSpPr>
            <a:spLocks noGrp="1"/>
          </p:cNvSpPr>
          <p:nvPr>
            <p:ph type="title"/>
          </p:nvPr>
        </p:nvSpPr>
        <p:spPr/>
        <p:txBody>
          <a:bodyPr/>
          <a:lstStyle/>
          <a:p>
            <a:r>
              <a:rPr lang="fr-FR" sz="2000" dirty="0"/>
              <a:t>Au-delà de l'Exposé : Où la LSA Change le Monde !</a:t>
            </a:r>
          </a:p>
        </p:txBody>
      </p:sp>
      <p:sp>
        <p:nvSpPr>
          <p:cNvPr id="4" name="ZoneTexte 3">
            <a:extLst>
              <a:ext uri="{FF2B5EF4-FFF2-40B4-BE49-F238E27FC236}">
                <a16:creationId xmlns:a16="http://schemas.microsoft.com/office/drawing/2014/main" id="{D7E761E0-0486-A57A-A0EB-D16EDAABD024}"/>
              </a:ext>
            </a:extLst>
          </p:cNvPr>
          <p:cNvSpPr txBox="1"/>
          <p:nvPr/>
        </p:nvSpPr>
        <p:spPr>
          <a:xfrm>
            <a:off x="7126667" y="1267394"/>
            <a:ext cx="1480738" cy="830997"/>
          </a:xfrm>
          <a:prstGeom prst="rect">
            <a:avLst/>
          </a:prstGeom>
          <a:noFill/>
        </p:spPr>
        <p:txBody>
          <a:bodyPr wrap="square">
            <a:spAutoFit/>
          </a:bodyPr>
          <a:lstStyle/>
          <a:p>
            <a:r>
              <a:rPr lang="fr-FR" sz="1600" b="1" dirty="0"/>
              <a:t>Recommandation (Netflix, Amazon) </a:t>
            </a:r>
          </a:p>
        </p:txBody>
      </p:sp>
      <p:pic>
        <p:nvPicPr>
          <p:cNvPr id="2050" name="Picture 2" descr="Quels sont les meilleurs moteurs de recherche en 2025">
            <a:extLst>
              <a:ext uri="{FF2B5EF4-FFF2-40B4-BE49-F238E27FC236}">
                <a16:creationId xmlns:a16="http://schemas.microsoft.com/office/drawing/2014/main" id="{AFCF5066-53CC-BDDA-C7B0-BF71DA63D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48" y="962043"/>
            <a:ext cx="3670384" cy="25920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98ADBBD-8216-EA64-7632-BA9067B031D0}"/>
              </a:ext>
            </a:extLst>
          </p:cNvPr>
          <p:cNvSpPr txBox="1"/>
          <p:nvPr/>
        </p:nvSpPr>
        <p:spPr>
          <a:xfrm>
            <a:off x="806347" y="3678810"/>
            <a:ext cx="2715066" cy="338554"/>
          </a:xfrm>
          <a:prstGeom prst="rect">
            <a:avLst/>
          </a:prstGeom>
          <a:noFill/>
        </p:spPr>
        <p:txBody>
          <a:bodyPr wrap="square">
            <a:spAutoFit/>
          </a:bodyPr>
          <a:lstStyle/>
          <a:p>
            <a:r>
              <a:rPr lang="fr-FR" sz="1600" b="1" dirty="0"/>
              <a:t>Moteurs de recherche </a:t>
            </a:r>
          </a:p>
        </p:txBody>
      </p:sp>
      <p:pic>
        <p:nvPicPr>
          <p:cNvPr id="2052" name="Picture 4">
            <a:extLst>
              <a:ext uri="{FF2B5EF4-FFF2-40B4-BE49-F238E27FC236}">
                <a16:creationId xmlns:a16="http://schemas.microsoft.com/office/drawing/2014/main" id="{56C3754C-71F6-4DC4-B078-F320DA833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6648" y="1106840"/>
            <a:ext cx="1485722" cy="139832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mazon Logo: Evolution And Meaning Behind The Iconic Brand ...">
            <a:extLst>
              <a:ext uri="{FF2B5EF4-FFF2-40B4-BE49-F238E27FC236}">
                <a16:creationId xmlns:a16="http://schemas.microsoft.com/office/drawing/2014/main" id="{C41272C1-0C19-3F14-FE0B-ECF8EEFE91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9604" y="1055916"/>
            <a:ext cx="1539829" cy="1449251"/>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C66AFB6-5D42-A910-C0C7-7B10BF95B100}"/>
              </a:ext>
            </a:extLst>
          </p:cNvPr>
          <p:cNvSpPr txBox="1"/>
          <p:nvPr/>
        </p:nvSpPr>
        <p:spPr>
          <a:xfrm rot="5400000">
            <a:off x="6950281" y="3420276"/>
            <a:ext cx="2168771" cy="338554"/>
          </a:xfrm>
          <a:prstGeom prst="rect">
            <a:avLst/>
          </a:prstGeom>
          <a:noFill/>
        </p:spPr>
        <p:txBody>
          <a:bodyPr wrap="square">
            <a:spAutoFit/>
          </a:bodyPr>
          <a:lstStyle/>
          <a:p>
            <a:r>
              <a:rPr lang="fr-FR" sz="1600" b="1" dirty="0"/>
              <a:t>Classification auto </a:t>
            </a:r>
          </a:p>
        </p:txBody>
      </p:sp>
      <p:pic>
        <p:nvPicPr>
          <p:cNvPr id="2056" name="Picture 8" descr="Text Mining : l'analyse de sentiments - Headmind Partners">
            <a:extLst>
              <a:ext uri="{FF2B5EF4-FFF2-40B4-BE49-F238E27FC236}">
                <a16:creationId xmlns:a16="http://schemas.microsoft.com/office/drawing/2014/main" id="{60373A16-FC5B-97F4-07BF-3ABB4CD1F3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6648" y="2638334"/>
            <a:ext cx="19050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D9FB73D7-7463-7595-4399-A7DB0B3D2061}"/>
              </a:ext>
            </a:extLst>
          </p:cNvPr>
          <p:cNvSpPr txBox="1"/>
          <p:nvPr/>
        </p:nvSpPr>
        <p:spPr>
          <a:xfrm>
            <a:off x="3570456" y="4464674"/>
            <a:ext cx="2417383" cy="338554"/>
          </a:xfrm>
          <a:prstGeom prst="rect">
            <a:avLst/>
          </a:prstGeom>
          <a:noFill/>
        </p:spPr>
        <p:txBody>
          <a:bodyPr wrap="square">
            <a:spAutoFit/>
          </a:bodyPr>
          <a:lstStyle/>
          <a:p>
            <a:r>
              <a:rPr lang="fr-FR" sz="1600" b="1" dirty="0"/>
              <a:t>Analyse de sentiment </a:t>
            </a:r>
          </a:p>
        </p:txBody>
      </p:sp>
      <p:pic>
        <p:nvPicPr>
          <p:cNvPr id="12" name="Image 11">
            <a:extLst>
              <a:ext uri="{FF2B5EF4-FFF2-40B4-BE49-F238E27FC236}">
                <a16:creationId xmlns:a16="http://schemas.microsoft.com/office/drawing/2014/main" id="{2A24E3DF-6A67-F2CA-4F46-C96C7AB90617}"/>
              </a:ext>
            </a:extLst>
          </p:cNvPr>
          <p:cNvPicPr>
            <a:picLocks noChangeAspect="1"/>
          </p:cNvPicPr>
          <p:nvPr/>
        </p:nvPicPr>
        <p:blipFill>
          <a:blip r:embed="rId7"/>
          <a:stretch>
            <a:fillRect/>
          </a:stretch>
        </p:blipFill>
        <p:spPr>
          <a:xfrm>
            <a:off x="5878460" y="2588472"/>
            <a:ext cx="1931142" cy="1931142"/>
          </a:xfrm>
          <a:prstGeom prst="rect">
            <a:avLst/>
          </a:prstGeom>
        </p:spPr>
      </p:pic>
    </p:spTree>
    <p:extLst>
      <p:ext uri="{BB962C8B-B14F-4D97-AF65-F5344CB8AC3E}">
        <p14:creationId xmlns:p14="http://schemas.microsoft.com/office/powerpoint/2010/main" val="234366314"/>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3"/>
        <p:cNvGrpSpPr/>
        <p:nvPr/>
      </p:nvGrpSpPr>
      <p:grpSpPr>
        <a:xfrm>
          <a:off x="0" y="0"/>
          <a:ext cx="0" cy="0"/>
          <a:chOff x="0" y="0"/>
          <a:chExt cx="0" cy="0"/>
        </a:xfrm>
      </p:grpSpPr>
      <p:sp>
        <p:nvSpPr>
          <p:cNvPr id="1925" name="Google Shape;1925;p44"/>
          <p:cNvSpPr txBox="1">
            <a:spLocks noGrp="1"/>
          </p:cNvSpPr>
          <p:nvPr>
            <p:ph type="title" idx="2"/>
          </p:nvPr>
        </p:nvSpPr>
        <p:spPr>
          <a:xfrm>
            <a:off x="1681675" y="1700250"/>
            <a:ext cx="5780700" cy="159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 L’intelligence artificielle n’est rien d’autre que de l’algèbre linéaire appliquée. »</a:t>
            </a:r>
            <a:endParaRPr dirty="0"/>
          </a:p>
        </p:txBody>
      </p:sp>
    </p:spTree>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B9A0E8-2422-B3EF-BB95-8CB75D942597}"/>
              </a:ext>
            </a:extLst>
          </p:cNvPr>
          <p:cNvSpPr>
            <a:spLocks noGrp="1"/>
          </p:cNvSpPr>
          <p:nvPr>
            <p:ph type="ctrTitle"/>
          </p:nvPr>
        </p:nvSpPr>
        <p:spPr/>
        <p:txBody>
          <a:bodyPr anchor="ctr"/>
          <a:lstStyle/>
          <a:p>
            <a:r>
              <a:rPr lang="en" sz="8800" dirty="0"/>
              <a:t>THANKS!</a:t>
            </a:r>
            <a:endParaRPr lang="fr-FR" sz="8800" dirty="0"/>
          </a:p>
        </p:txBody>
      </p:sp>
      <p:sp>
        <p:nvSpPr>
          <p:cNvPr id="3" name="Sous-titre 2">
            <a:extLst>
              <a:ext uri="{FF2B5EF4-FFF2-40B4-BE49-F238E27FC236}">
                <a16:creationId xmlns:a16="http://schemas.microsoft.com/office/drawing/2014/main" id="{CE17A445-768F-2C91-FB9B-58A1E60638F8}"/>
              </a:ext>
            </a:extLst>
          </p:cNvPr>
          <p:cNvSpPr>
            <a:spLocks noGrp="1"/>
          </p:cNvSpPr>
          <p:nvPr>
            <p:ph type="subTitle" idx="1"/>
          </p:nvPr>
        </p:nvSpPr>
        <p:spPr/>
        <p:txBody>
          <a:bodyPr/>
          <a:lstStyle/>
          <a:p>
            <a:r>
              <a:rPr lang="en-US" dirty="0"/>
              <a:t>Do you have any questions?</a:t>
            </a:r>
          </a:p>
        </p:txBody>
      </p:sp>
    </p:spTree>
    <p:extLst>
      <p:ext uri="{BB962C8B-B14F-4D97-AF65-F5344CB8AC3E}">
        <p14:creationId xmlns:p14="http://schemas.microsoft.com/office/powerpoint/2010/main" val="3031807897"/>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theme/theme1.xml><?xml version="1.0" encoding="utf-8"?>
<a:theme xmlns:a="http://schemas.openxmlformats.org/drawingml/2006/main" name="Search Engine Optimization Proposal by Slidesgo">
  <a:themeElements>
    <a:clrScheme name="Simple Light">
      <a:dk1>
        <a:srgbClr val="272727"/>
      </a:dk1>
      <a:lt1>
        <a:srgbClr val="FFFFFF"/>
      </a:lt1>
      <a:dk2>
        <a:srgbClr val="272727"/>
      </a:dk2>
      <a:lt2>
        <a:srgbClr val="F5F5F5"/>
      </a:lt2>
      <a:accent1>
        <a:srgbClr val="CC4C5F"/>
      </a:accent1>
      <a:accent2>
        <a:srgbClr val="CE0220"/>
      </a:accent2>
      <a:accent3>
        <a:srgbClr val="990016"/>
      </a:accent3>
      <a:accent4>
        <a:srgbClr val="4F4F4F"/>
      </a:accent4>
      <a:accent5>
        <a:srgbClr val="979797"/>
      </a:accent5>
      <a:accent6>
        <a:srgbClr val="CCCCCC"/>
      </a:accent6>
      <a:hlink>
        <a:srgbClr val="AC352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1512</Words>
  <Application>Microsoft Office PowerPoint</Application>
  <PresentationFormat>Affichage à l'écran (16:9)</PresentationFormat>
  <Paragraphs>119</Paragraphs>
  <Slides>15</Slides>
  <Notes>14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Baloo Thambi 2</vt:lpstr>
      <vt:lpstr>DM Sans</vt:lpstr>
      <vt:lpstr>Domine</vt:lpstr>
      <vt:lpstr>Nunito</vt:lpstr>
      <vt:lpstr>Search Engine Optimization Proposal by Slidesgo</vt:lpstr>
      <vt:lpstr>Analyse Sémantique Latente (LSA)</vt:lpstr>
      <vt:lpstr>LE CHALLENGE</vt:lpstr>
      <vt:lpstr>L’ÉQUIPE</vt:lpstr>
      <vt:lpstr>CORPUS UTILISÉ</vt:lpstr>
      <vt:lpstr>Prétraitement des Documents</vt:lpstr>
      <vt:lpstr>OUR EVOLUTION</vt:lpstr>
      <vt:lpstr>Inverse Document Frequency (IDF)</vt:lpstr>
      <vt:lpstr>Décomposition SVD Manuelle</vt:lpstr>
      <vt:lpstr>Le Verdict : Notre Précision Face aux Géants (SciPy) !</vt:lpstr>
      <vt:lpstr>Extraction Thème Dominant : Que révèle la matrice ?</vt:lpstr>
      <vt:lpstr>Projection des documents</vt:lpstr>
      <vt:lpstr>Performance de l'Implémentation</vt:lpstr>
      <vt:lpstr>Au-delà de l'Exposé : Où la LSA Change le Monde !</vt:lpstr>
      <vt:lpstr>« L’intelligence artificielle n’est rien d’autre que de l’algèbre linéaire appliquée.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Anjara Mirindra SOLOFONIAINA</cp:lastModifiedBy>
  <cp:revision>2</cp:revision>
  <dcterms:modified xsi:type="dcterms:W3CDTF">2025-06-19T01:38:06Z</dcterms:modified>
</cp:coreProperties>
</file>